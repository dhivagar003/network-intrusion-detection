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presProps.xml" ContentType="application/vnd.openxmlformats-officedocument.presentationml.presProps+xml"/>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1" r:id="rId4"/>
    <p:sldMasterId id="2147483654" r:id="rId5"/>
    <p:sldMasterId id="2147483655" r:id="rId6"/>
    <p:sldMasterId id="2147483656" r:id="rId7"/>
    <p:sldMasterId id="2147483657" r:id="rId8"/>
    <p:sldMasterId id="2147483658" r:id="rId9"/>
    <p:sldMasterId id="2147483659" r:id="rId10"/>
    <p:sldMasterId id="2147483660" r:id="rId11"/>
  </p:sld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Lst>
  <p:sldSz cx="12192000" cy="685800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OBJECT">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a:noFill/>
          <a:ln w="0">
            <a:noFill/>
          </a:ln>
        </p:spPr>
        <p:txBody>
          <a:bodyPr lIns="0" tIns="0" rIns="0" bIns="0" anchor="ctr">
            <a:spAutoFit/>
          </a:bodyPr>
          <a:p>
            <a:pPr indent="0" algn="l">
              <a:buNone/>
            </a:pPr>
            <a:endParaRPr lang="en-US" sz="1400" b="0" u="none" strike="noStrike">
              <a:solidFill>
                <a:srgbClr val="000000"/>
              </a:solidFill>
              <a:effectLst/>
              <a:uFillTx/>
              <a:latin typeface="Arial"/>
            </a:endParaRPr>
          </a:p>
        </p:txBody>
      </p:sp>
      <p:sp>
        <p:nvSpPr>
          <p:cNvPr id="8" name="PlaceHolder 2"/>
          <p:cNvSpPr>
            <a:spLocks noGrp="1"/>
          </p:cNvSpPr>
          <p:nvPr>
            <p:ph/>
          </p:nvPr>
        </p:nvSpPr>
        <p:spPr>
          <a:xfrm>
            <a:off x="838080" y="1825560"/>
            <a:ext cx="10515240" cy="4350960"/>
          </a:xfrm>
          <a:prstGeom prst="rect">
            <a:avLst/>
          </a:prstGeom>
          <a:noFill/>
          <a:ln w="0">
            <a:noFill/>
          </a:ln>
        </p:spPr>
        <p:txBody>
          <a:bodyPr lIns="0" tIns="0" rIns="0" bIns="0" anchor="t">
            <a:normAutofit/>
          </a:bodyPr>
          <a:p>
            <a:pPr indent="0" algn="l">
              <a:spcBef>
                <a:spcPts val="1417"/>
              </a:spcBef>
              <a:buNone/>
            </a:pPr>
            <a:endParaRPr lang="en-US" sz="1400" b="0" u="none" strike="noStrike">
              <a:solidFill>
                <a:srgbClr val="000000"/>
              </a:solidFill>
              <a:effectLst/>
              <a:uFillTx/>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A666458A-D30B-442E-8206-4A467708888A}"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SECTION_HEADER">
    <p:spTree>
      <p:nvGrpSpPr>
        <p:cNvPr id="1" name=""/>
        <p:cNvGrpSpPr/>
        <p:nvPr/>
      </p:nvGrpSpPr>
      <p:grpSpPr>
        <a:xfrm>
          <a:off x="0" y="0"/>
          <a:ext cx="0" cy="0"/>
          <a:chOff x="0" y="0"/>
          <a:chExt cx="0" cy="0"/>
        </a:xfrm>
      </p:grpSpPr>
      <p:sp>
        <p:nvSpPr>
          <p:cNvPr id="19" name="PlaceHolder 1"/>
          <p:cNvSpPr>
            <a:spLocks noGrp="1"/>
          </p:cNvSpPr>
          <p:nvPr>
            <p:ph type="title"/>
          </p:nvPr>
        </p:nvSpPr>
        <p:spPr>
          <a:xfrm>
            <a:off x="838080" y="365040"/>
            <a:ext cx="10515240" cy="1325160"/>
          </a:xfrm>
          <a:prstGeom prst="rect">
            <a:avLst/>
          </a:prstGeom>
          <a:noFill/>
          <a:ln w="0">
            <a:noFill/>
          </a:ln>
        </p:spPr>
        <p:txBody>
          <a:bodyPr lIns="0" tIns="0" rIns="0" bIns="0" anchor="ctr">
            <a:spAutoFit/>
          </a:bodyPr>
          <a:p>
            <a:pPr indent="0" algn="l">
              <a:buNone/>
            </a:pPr>
            <a:endParaRPr lang="en-US" sz="1400" b="0" u="none" strike="noStrike">
              <a:solidFill>
                <a:srgbClr val="000000"/>
              </a:solidFill>
              <a:effectLst/>
              <a:uFillTx/>
              <a:latin typeface="Arial"/>
            </a:endParaRPr>
          </a:p>
        </p:txBody>
      </p:sp>
      <p:sp>
        <p:nvSpPr>
          <p:cNvPr id="20" name="PlaceHolder 2"/>
          <p:cNvSpPr>
            <a:spLocks noGrp="1"/>
          </p:cNvSpPr>
          <p:nvPr>
            <p:ph type="subTitle"/>
          </p:nvPr>
        </p:nvSpPr>
        <p:spPr>
          <a:xfrm>
            <a:off x="838080" y="1825560"/>
            <a:ext cx="10515240" cy="4350960"/>
          </a:xfrm>
          <a:prstGeom prst="rect">
            <a:avLst/>
          </a:prstGeom>
          <a:noFill/>
          <a:ln w="0">
            <a:noFill/>
          </a:ln>
        </p:spPr>
        <p:txBody>
          <a:bodyPr lIns="0" tIns="0" rIns="0" bIns="0" anchor="ctr">
            <a:spAutoFit/>
          </a:bodyPr>
          <a:p>
            <a:pPr indent="0" algn="ctr">
              <a:buNone/>
            </a:pPr>
            <a:endParaRPr lang="en-US" sz="3200" b="0" u="none" strike="noStrike">
              <a:solidFill>
                <a:srgbClr val="000000"/>
              </a:solidFill>
              <a:effectLst/>
              <a:uFillTx/>
              <a:latin typeface="Arial"/>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684527B7-85C8-4BF3-B0DC-5E36125D9C27}" type="slidenum">
              <a:t>&lt;#&gt;</a:t>
            </a:fld>
          </a:p>
        </p:txBody>
      </p:sp>
      <p:sp>
        <p:nvSpPr>
          <p:cNvPr id="6" name="PlaceHolder 5"/>
          <p:cNvSpPr>
            <a:spLocks noGrp="1"/>
          </p:cNvSpPr>
          <p:nvPr>
            <p:ph type="dt" idx="7"/>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D10BE959-6C77-40D9-A766-D93C96727440}" type="slidenum">
              <a:t>&lt;#&gt;</a:t>
            </a:fld>
          </a:p>
        </p:txBody>
      </p:sp>
      <p:sp>
        <p:nvSpPr>
          <p:cNvPr id="4" name="PlaceHolder 3"/>
          <p:cNvSpPr>
            <a:spLocks noGrp="1"/>
          </p:cNvSpPr>
          <p:nvPr>
            <p:ph type="dt" idx="7"/>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xml"/><Relationship Id="rId3"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
</Relationships>
</file>

<file path=ppt/slideMasters/_rels/slideMaster5.xml.rels><?xml version="1.0" encoding="UTF-8"?>
<Relationships xmlns="http://schemas.openxmlformats.org/package/2006/relationships"><Relationship Id="rId1" Type="http://schemas.openxmlformats.org/officeDocument/2006/relationships/theme" Target="../theme/theme5.xml"/>
</Relationships>
</file>

<file path=ppt/slideMasters/_rels/slideMaster6.xml.rels><?xml version="1.0" encoding="UTF-8"?>
<Relationships xmlns="http://schemas.openxmlformats.org/package/2006/relationships"><Relationship Id="rId1" Type="http://schemas.openxmlformats.org/officeDocument/2006/relationships/theme" Target="../theme/theme6.xml"/>
</Relationships>
</file>

<file path=ppt/slideMasters/_rels/slideMaster7.xml.rels><?xml version="1.0" encoding="UTF-8"?>
<Relationships xmlns="http://schemas.openxmlformats.org/package/2006/relationships"><Relationship Id="rId1" Type="http://schemas.openxmlformats.org/officeDocument/2006/relationships/theme" Target="../theme/theme7.xml"/>
</Relationships>
</file>

<file path=ppt/slideMasters/_rels/slideMaster8.xml.rels><?xml version="1.0" encoding="UTF-8"?>
<Relationships xmlns="http://schemas.openxmlformats.org/package/2006/relationships"><Relationship Id="rId1" Type="http://schemas.openxmlformats.org/officeDocument/2006/relationships/theme" Target="../theme/theme8.xml"/>
</Relationships>
</file>

<file path=ppt/slideMasters/_rels/slideMaster9.xml.rels><?xml version="1.0" encoding="UTF-8"?>
<Relationships xmlns="http://schemas.openxmlformats.org/package/2006/relationships"><Relationship Id="rId1" Type="http://schemas.openxmlformats.org/officeDocument/2006/relationships/theme" Target="../theme/theme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lvl1pPr indent="0" algn="l">
              <a:buNone/>
              <a:defRPr lang="en-US" sz="1400" b="0" u="none" strike="noStrike">
                <a:solidFill>
                  <a:srgbClr val="000000"/>
                </a:solidFill>
                <a:effectLst/>
                <a:uFillTx/>
                <a:latin typeface="Arial"/>
              </a:defRPr>
            </a:lvl1pPr>
          </a:lstStyle>
          <a:p>
            <a:pPr indent="0" algn="l">
              <a:buNone/>
            </a:pPr>
            <a:r>
              <a:rPr lang="en-US" sz="1400" b="0" u="none" strike="noStrike">
                <a:solidFill>
                  <a:srgbClr val="000000"/>
                </a:solidFill>
                <a:effectLst/>
                <a:uFillTx/>
                <a:latin typeface="Arial"/>
              </a:rPr>
              <a:t>Click to edit the title text format</a:t>
            </a:r>
            <a:endParaRPr lang="en-US" sz="1400" b="0" u="none" strike="noStrike">
              <a:solidFill>
                <a:srgbClr val="000000"/>
              </a:solidFill>
              <a:effectLst/>
              <a:uFillTx/>
              <a:latin typeface="Arial"/>
            </a:endParaRPr>
          </a:p>
        </p:txBody>
      </p:sp>
      <p:sp>
        <p:nvSpPr>
          <p:cNvPr id="3"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rmAutofit/>
          </a:bodyPr>
          <a:lstStyle>
            <a:lvl1pPr algn="l">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4" name="PlaceHolder 3"/>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5" name="PlaceHolder 4"/>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 name="PlaceHolder 5"/>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3CEF9CF0-7618-4DE8-A05B-C589A77CEC20}" type="slidenum">
              <a:rPr lang="en-US" sz="1200" b="0" u="none" strike="noStrike">
                <a:solidFill>
                  <a:srgbClr val="888888"/>
                </a:solidFill>
                <a:effectLst/>
                <a:uFillTx/>
                <a:latin typeface="Calibri"/>
                <a:ea typeface="Calibri"/>
              </a:rPr>
              <a:t>&lt;number&gt;</a:t>
            </a:fld>
            <a:endParaRPr lang="en-US" sz="12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9" name="PlaceHolder 1"/>
          <p:cNvSpPr>
            <a:spLocks noGrp="1"/>
          </p:cNvSpPr>
          <p:nvPr>
            <p:ph type="title"/>
          </p:nvPr>
        </p:nvSpPr>
        <p:spPr>
          <a:xfrm rot="5400000">
            <a:off x="7133400" y="1956240"/>
            <a:ext cx="5811480" cy="2628720"/>
          </a:xfrm>
          <a:prstGeom prst="rect">
            <a:avLst/>
          </a:prstGeom>
          <a:noFill/>
          <a:ln w="0">
            <a:noFill/>
          </a:ln>
        </p:spPr>
        <p:txBody>
          <a:bodyPr lIns="0" tIns="0" rIns="0" bIns="0" anchor="ctr">
            <a:noAutofit/>
          </a:bodyPr>
          <a:lstStyle>
            <a:lvl1pPr indent="0" algn="l">
              <a:buNone/>
              <a:defRPr lang="en-US" sz="1400" b="0" u="none" strike="noStrike">
                <a:solidFill>
                  <a:srgbClr val="000000"/>
                </a:solidFill>
                <a:effectLst/>
                <a:uFillTx/>
                <a:latin typeface="Arial"/>
              </a:defRPr>
            </a:lvl1pPr>
          </a:lstStyle>
          <a:p>
            <a:pPr indent="0" algn="l">
              <a:buNone/>
            </a:pPr>
            <a:r>
              <a:rPr lang="en-US" sz="1400" b="0" u="none" strike="noStrike">
                <a:solidFill>
                  <a:srgbClr val="000000"/>
                </a:solidFill>
                <a:effectLst/>
                <a:uFillTx/>
                <a:latin typeface="Arial"/>
              </a:rPr>
              <a:t>Click to edit the title text format</a:t>
            </a:r>
            <a:endParaRPr lang="en-US" sz="1400" b="0" u="none" strike="noStrike">
              <a:solidFill>
                <a:srgbClr val="000000"/>
              </a:solidFill>
              <a:effectLst/>
              <a:uFillTx/>
              <a:latin typeface="Arial"/>
            </a:endParaRPr>
          </a:p>
        </p:txBody>
      </p:sp>
      <p:sp>
        <p:nvSpPr>
          <p:cNvPr id="10" name="PlaceHolder 2"/>
          <p:cNvSpPr>
            <a:spLocks noGrp="1"/>
          </p:cNvSpPr>
          <p:nvPr>
            <p:ph type="body"/>
          </p:nvPr>
        </p:nvSpPr>
        <p:spPr>
          <a:xfrm rot="5400000">
            <a:off x="1800000" y="-596160"/>
            <a:ext cx="5811480" cy="7733880"/>
          </a:xfrm>
          <a:prstGeom prst="rect">
            <a:avLst/>
          </a:prstGeom>
          <a:noFill/>
          <a:ln w="0">
            <a:noFill/>
          </a:ln>
        </p:spPr>
        <p:txBody>
          <a:bodyPr lIns="91440" tIns="45720" rIns="91440" bIns="45720" anchor="t">
            <a:normAutofit/>
          </a:bodyPr>
          <a:lstStyle>
            <a:lvl1pPr algn="l">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11" name="PlaceHolder 3"/>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2" name="PlaceHolder 4"/>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3" name="PlaceHolder 5"/>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150B2EA0-ECA2-4053-8493-02FD712FEA19}" type="slidenum">
              <a:rPr lang="en-US" sz="1200" b="0" u="none" strike="noStrike">
                <a:solidFill>
                  <a:srgbClr val="888888"/>
                </a:solidFill>
                <a:effectLst/>
                <a:uFillTx/>
                <a:latin typeface="Calibri"/>
                <a:ea typeface="Calibri"/>
              </a:rPr>
              <a:t>&lt;number&gt;</a:t>
            </a:fld>
            <a:endParaRPr lang="en-US" sz="12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831960" y="1709640"/>
            <a:ext cx="10515240" cy="2852280"/>
          </a:xfrm>
          <a:prstGeom prst="rect">
            <a:avLst/>
          </a:prstGeom>
          <a:noFill/>
          <a:ln w="0">
            <a:noFill/>
          </a:ln>
        </p:spPr>
        <p:txBody>
          <a:bodyPr lIns="0" tIns="0" rIns="0" bIns="0" anchor="ctr">
            <a:noAutofit/>
          </a:bodyPr>
          <a:lstStyle>
            <a:lvl1pPr indent="0" algn="l">
              <a:buNone/>
              <a:defRPr lang="en-US" sz="1400" b="0" u="none" strike="noStrike">
                <a:solidFill>
                  <a:srgbClr val="000000"/>
                </a:solidFill>
                <a:effectLst/>
                <a:uFillTx/>
                <a:latin typeface="Arial"/>
              </a:defRPr>
            </a:lvl1pPr>
          </a:lstStyle>
          <a:p>
            <a:pPr indent="0" algn="l">
              <a:buNone/>
            </a:pPr>
            <a:r>
              <a:rPr lang="en-US" sz="1400" b="0" u="none" strike="noStrike">
                <a:solidFill>
                  <a:srgbClr val="000000"/>
                </a:solidFill>
                <a:effectLst/>
                <a:uFillTx/>
                <a:latin typeface="Arial"/>
              </a:rPr>
              <a:t>Click to edit the title text format</a:t>
            </a:r>
            <a:endParaRPr lang="en-US" sz="1400" b="0" u="none" strike="noStrike">
              <a:solidFill>
                <a:srgbClr val="000000"/>
              </a:solidFill>
              <a:effectLst/>
              <a:uFillTx/>
              <a:latin typeface="Arial"/>
            </a:endParaRPr>
          </a:p>
        </p:txBody>
      </p:sp>
      <p:sp>
        <p:nvSpPr>
          <p:cNvPr id="15"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rmAutofit fontScale="47500" lnSpcReduction="19999"/>
          </a:bodyPr>
          <a:lstStyle>
            <a:lvl1pPr algn="l">
              <a:spcBef>
                <a:spcPts val="1417"/>
              </a:spcBef>
              <a:buClr>
                <a:srgbClr val="000000"/>
              </a:buClr>
              <a:buSzPct val="45000"/>
              <a:buFont typeface="Wingdings" charset="2"/>
              <a:buChar char=""/>
              <a:defRPr lang="en-US" sz="24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4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4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4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4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4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2400" b="0" u="none" strike="noStrike">
                <a:solidFill>
                  <a:srgbClr val="000000"/>
                </a:solidFill>
                <a:effectLst/>
                <a:uFillTx/>
                <a:latin typeface="Arial"/>
              </a:rPr>
              <a:t>Click to edit the outline text format</a:t>
            </a:r>
            <a:endParaRPr lang="en-US" sz="24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2400" b="0" u="none" strike="noStrike">
                <a:solidFill>
                  <a:srgbClr val="000000"/>
                </a:solidFill>
                <a:effectLst/>
                <a:uFillTx/>
                <a:latin typeface="Arial"/>
              </a:rPr>
              <a:t>Second Outline Level</a:t>
            </a:r>
            <a:endParaRPr lang="en-US" sz="24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2400" b="0" u="none" strike="noStrike">
                <a:solidFill>
                  <a:srgbClr val="000000"/>
                </a:solidFill>
                <a:effectLst/>
                <a:uFillTx/>
                <a:latin typeface="Arial"/>
              </a:rPr>
              <a:t>Fourth Outline Level</a:t>
            </a:r>
            <a:endParaRPr lang="en-US" sz="24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2400" b="0" u="none" strike="noStrike">
                <a:solidFill>
                  <a:srgbClr val="000000"/>
                </a:solidFill>
                <a:effectLst/>
                <a:uFillTx/>
                <a:latin typeface="Arial"/>
              </a:rPr>
              <a:t>Fifth Outline Level</a:t>
            </a:r>
            <a:endParaRPr lang="en-US" sz="24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2400" b="0" u="none" strike="noStrike">
                <a:solidFill>
                  <a:srgbClr val="000000"/>
                </a:solidFill>
                <a:effectLst/>
                <a:uFillTx/>
                <a:latin typeface="Arial"/>
              </a:rPr>
              <a:t>Sixth Outline Level</a:t>
            </a:r>
            <a:endParaRPr lang="en-US" sz="24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2400" b="0" u="none" strike="noStrike">
                <a:solidFill>
                  <a:srgbClr val="000000"/>
                </a:solidFill>
                <a:effectLst/>
                <a:uFillTx/>
                <a:latin typeface="Arial"/>
              </a:rPr>
              <a:t>Seventh Outline Level</a:t>
            </a:r>
            <a:endParaRPr lang="en-US" sz="2400" b="0" u="none" strike="noStrike">
              <a:solidFill>
                <a:srgbClr val="000000"/>
              </a:solidFill>
              <a:effectLst/>
              <a:uFillTx/>
              <a:latin typeface="Arial"/>
            </a:endParaRPr>
          </a:p>
        </p:txBody>
      </p:sp>
      <p:sp>
        <p:nvSpPr>
          <p:cNvPr id="16"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7"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8"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BAED761C-9EFC-4DD5-AD96-831293290599}" type="slidenum">
              <a:rPr lang="en-US" sz="1200" b="0" u="none" strike="noStrike">
                <a:solidFill>
                  <a:srgbClr val="888888"/>
                </a:solidFill>
                <a:effectLst/>
                <a:uFillTx/>
                <a:latin typeface="Calibri"/>
                <a:ea typeface="Calibri"/>
              </a:rPr>
              <a:t>&lt;number&gt;</a:t>
            </a:fld>
            <a:endParaRPr lang="en-US" sz="12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2" r:id="rId2"/>
    <p:sldLayoutId id="2147483653"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lvl1pPr indent="0" algn="l">
              <a:buNone/>
              <a:defRPr lang="en-US" sz="1400" b="0" u="none" strike="noStrike">
                <a:solidFill>
                  <a:srgbClr val="000000"/>
                </a:solidFill>
                <a:effectLst/>
                <a:uFillTx/>
                <a:latin typeface="Arial"/>
              </a:defRPr>
            </a:lvl1pPr>
          </a:lstStyle>
          <a:p>
            <a:pPr indent="0" algn="l">
              <a:buNone/>
            </a:pPr>
            <a:r>
              <a:rPr lang="en-US" sz="1400" b="0" u="none" strike="noStrike">
                <a:solidFill>
                  <a:srgbClr val="000000"/>
                </a:solidFill>
                <a:effectLst/>
                <a:uFillTx/>
                <a:latin typeface="Arial"/>
              </a:rPr>
              <a:t>Click to edit the title text format</a:t>
            </a:r>
            <a:endParaRPr lang="en-US" sz="1400" b="0" u="none" strike="noStrike">
              <a:solidFill>
                <a:srgbClr val="000000"/>
              </a:solidFill>
              <a:effectLst/>
              <a:uFillTx/>
              <a:latin typeface="Arial"/>
            </a:endParaRPr>
          </a:p>
        </p:txBody>
      </p:sp>
      <p:sp>
        <p:nvSpPr>
          <p:cNvPr id="22"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rmAutofit fontScale="92500" lnSpcReduction="9999"/>
          </a:bodyPr>
          <a:lstStyle>
            <a:lvl1pPr algn="l">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23"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rmAutofit fontScale="85000" lnSpcReduction="9999"/>
          </a:bodyPr>
          <a:lstStyle>
            <a:lvl1pPr algn="l">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343080" algn="l">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34308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343080" algn="l">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343080" algn="l">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24" name="PlaceHolder 4"/>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25" name="PlaceHolder 5"/>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6" name="PlaceHolder 6"/>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E982F121-9960-4F67-9456-B73843226CB3}" type="slidenum">
              <a:rPr lang="en-US" sz="1200" b="0" u="none" strike="noStrike">
                <a:solidFill>
                  <a:srgbClr val="888888"/>
                </a:solidFill>
                <a:effectLst/>
                <a:uFillTx/>
                <a:latin typeface="Calibri"/>
                <a:ea typeface="Calibri"/>
              </a:rPr>
              <a:t>&lt;number&gt;</a:t>
            </a:fld>
            <a:endParaRPr lang="en-US" sz="12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839880" y="365040"/>
            <a:ext cx="10515240" cy="1325160"/>
          </a:xfrm>
          <a:prstGeom prst="rect">
            <a:avLst/>
          </a:prstGeom>
          <a:noFill/>
          <a:ln w="0">
            <a:noFill/>
          </a:ln>
        </p:spPr>
        <p:txBody>
          <a:bodyPr lIns="0" tIns="0" rIns="0" bIns="0" anchor="ctr">
            <a:noAutofit/>
          </a:bodyPr>
          <a:lstStyle>
            <a:lvl1pPr indent="0" algn="l">
              <a:buNone/>
              <a:defRPr lang="en-US" sz="1400" b="0" u="none" strike="noStrike">
                <a:solidFill>
                  <a:srgbClr val="000000"/>
                </a:solidFill>
                <a:effectLst/>
                <a:uFillTx/>
                <a:latin typeface="Arial"/>
              </a:defRPr>
            </a:lvl1pPr>
          </a:lstStyle>
          <a:p>
            <a:pPr indent="0" algn="l">
              <a:buNone/>
            </a:pPr>
            <a:r>
              <a:rPr lang="en-US" sz="1400" b="0" u="none" strike="noStrike">
                <a:solidFill>
                  <a:srgbClr val="000000"/>
                </a:solidFill>
                <a:effectLst/>
                <a:uFillTx/>
                <a:latin typeface="Arial"/>
              </a:rPr>
              <a:t>Click to edit the title text format</a:t>
            </a:r>
            <a:endParaRPr lang="en-US" sz="1400" b="0" u="none" strike="noStrike">
              <a:solidFill>
                <a:srgbClr val="000000"/>
              </a:solidFill>
              <a:effectLst/>
              <a:uFillTx/>
              <a:latin typeface="Arial"/>
            </a:endParaRPr>
          </a:p>
        </p:txBody>
      </p:sp>
      <p:sp>
        <p:nvSpPr>
          <p:cNvPr id="28"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rmAutofit fontScale="25000" lnSpcReduction="19999"/>
          </a:bodyPr>
          <a:lstStyle>
            <a:lvl1pPr algn="l">
              <a:spcBef>
                <a:spcPts val="1417"/>
              </a:spcBef>
              <a:buClr>
                <a:srgbClr val="000000"/>
              </a:buClr>
              <a:buSzPct val="45000"/>
              <a:buFont typeface="Wingdings" charset="2"/>
              <a:buChar char=""/>
              <a:defRPr lang="en-US" sz="24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4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4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4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4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4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2400" b="0" u="none" strike="noStrike">
                <a:solidFill>
                  <a:srgbClr val="000000"/>
                </a:solidFill>
                <a:effectLst/>
                <a:uFillTx/>
                <a:latin typeface="Arial"/>
              </a:rPr>
              <a:t>Click to edit the outline text format</a:t>
            </a:r>
            <a:endParaRPr lang="en-US" sz="24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2400" b="0" u="none" strike="noStrike">
                <a:solidFill>
                  <a:srgbClr val="000000"/>
                </a:solidFill>
                <a:effectLst/>
                <a:uFillTx/>
                <a:latin typeface="Arial"/>
              </a:rPr>
              <a:t>Second Outline Level</a:t>
            </a:r>
            <a:endParaRPr lang="en-US" sz="24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2400" b="0" u="none" strike="noStrike">
                <a:solidFill>
                  <a:srgbClr val="000000"/>
                </a:solidFill>
                <a:effectLst/>
                <a:uFillTx/>
                <a:latin typeface="Arial"/>
              </a:rPr>
              <a:t>Fourth Outline Level</a:t>
            </a:r>
            <a:endParaRPr lang="en-US" sz="24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2400" b="0" u="none" strike="noStrike">
                <a:solidFill>
                  <a:srgbClr val="000000"/>
                </a:solidFill>
                <a:effectLst/>
                <a:uFillTx/>
                <a:latin typeface="Arial"/>
              </a:rPr>
              <a:t>Fifth Outline Level</a:t>
            </a:r>
            <a:endParaRPr lang="en-US" sz="24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2400" b="0" u="none" strike="noStrike">
                <a:solidFill>
                  <a:srgbClr val="000000"/>
                </a:solidFill>
                <a:effectLst/>
                <a:uFillTx/>
                <a:latin typeface="Arial"/>
              </a:rPr>
              <a:t>Sixth Outline Level</a:t>
            </a:r>
            <a:endParaRPr lang="en-US" sz="24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2400" b="0" u="none" strike="noStrike">
                <a:solidFill>
                  <a:srgbClr val="000000"/>
                </a:solidFill>
                <a:effectLst/>
                <a:uFillTx/>
                <a:latin typeface="Arial"/>
              </a:rPr>
              <a:t>Seventh Outline Level</a:t>
            </a:r>
            <a:endParaRPr lang="en-US" sz="2400" b="0" u="none" strike="noStrike">
              <a:solidFill>
                <a:srgbClr val="000000"/>
              </a:solidFill>
              <a:effectLst/>
              <a:uFillTx/>
              <a:latin typeface="Arial"/>
            </a:endParaRPr>
          </a:p>
        </p:txBody>
      </p:sp>
      <p:sp>
        <p:nvSpPr>
          <p:cNvPr id="29"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rmAutofit fontScale="85000" lnSpcReduction="19999"/>
          </a:bodyPr>
          <a:lstStyle>
            <a:lvl1pPr algn="l">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343080" algn="l">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34308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343080" algn="l">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343080" algn="l">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30"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rmAutofit fontScale="25000" lnSpcReduction="19999"/>
          </a:bodyPr>
          <a:lstStyle>
            <a:lvl1pPr algn="l">
              <a:spcBef>
                <a:spcPts val="1417"/>
              </a:spcBef>
              <a:buClr>
                <a:srgbClr val="000000"/>
              </a:buClr>
              <a:buSzPct val="45000"/>
              <a:buFont typeface="Wingdings" charset="2"/>
              <a:buChar char=""/>
              <a:defRPr lang="en-US" sz="24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4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4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4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4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400" b="0" u="none" strike="noStrike">
                <a:solidFill>
                  <a:srgbClr val="000000"/>
                </a:solidFill>
                <a:effectLst/>
                <a:uFillTx/>
                <a:latin typeface="Arial"/>
              </a:defRPr>
            </a:lvl7pPr>
          </a:lstStyle>
          <a:p>
            <a:pPr marL="457200" indent="-228600" algn="l">
              <a:spcBef>
                <a:spcPts val="1417"/>
              </a:spcBef>
              <a:buClr>
                <a:srgbClr val="000000"/>
              </a:buClr>
              <a:buSzPct val="45000"/>
              <a:buFont typeface="Wingdings" charset="2"/>
              <a:buChar char=""/>
            </a:pPr>
            <a:r>
              <a:rPr lang="en-US" sz="2400" b="0" u="none" strike="noStrike">
                <a:solidFill>
                  <a:srgbClr val="000000"/>
                </a:solidFill>
                <a:effectLst/>
                <a:uFillTx/>
                <a:latin typeface="Arial"/>
              </a:rPr>
              <a:t>Click to edit the outline text format</a:t>
            </a:r>
            <a:endParaRPr lang="en-US" sz="2400" b="0" u="none" strike="noStrike">
              <a:solidFill>
                <a:srgbClr val="000000"/>
              </a:solidFill>
              <a:effectLst/>
              <a:uFillTx/>
              <a:latin typeface="Arial"/>
            </a:endParaRPr>
          </a:p>
          <a:p>
            <a:pPr marL="914400" lvl="1" indent="-228600" algn="l">
              <a:spcBef>
                <a:spcPts val="1134"/>
              </a:spcBef>
              <a:buClr>
                <a:srgbClr val="000000"/>
              </a:buClr>
              <a:buSzPct val="75000"/>
              <a:buFont typeface="Symbol" charset="2"/>
              <a:buChar char=""/>
            </a:pPr>
            <a:r>
              <a:rPr lang="en-US" sz="2400" b="0" u="none" strike="noStrike">
                <a:solidFill>
                  <a:srgbClr val="000000"/>
                </a:solidFill>
                <a:effectLst/>
                <a:uFillTx/>
                <a:latin typeface="Arial"/>
              </a:rPr>
              <a:t>Second Outline Level</a:t>
            </a:r>
            <a:endParaRPr lang="en-US" sz="2400" b="0" u="none" strike="noStrike">
              <a:solidFill>
                <a:srgbClr val="000000"/>
              </a:solidFill>
              <a:effectLst/>
              <a:uFillTx/>
              <a:latin typeface="Arial"/>
            </a:endParaRPr>
          </a:p>
          <a:p>
            <a:pPr marL="1371600" lvl="2" indent="-228600" algn="l">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828800" lvl="3" indent="-228600" algn="l">
              <a:spcBef>
                <a:spcPts val="567"/>
              </a:spcBef>
              <a:buClr>
                <a:srgbClr val="000000"/>
              </a:buClr>
              <a:buSzPct val="75000"/>
              <a:buFont typeface="Symbol" charset="2"/>
              <a:buChar char=""/>
            </a:pPr>
            <a:r>
              <a:rPr lang="en-US" sz="2400" b="0" u="none" strike="noStrike">
                <a:solidFill>
                  <a:srgbClr val="000000"/>
                </a:solidFill>
                <a:effectLst/>
                <a:uFillTx/>
                <a:latin typeface="Arial"/>
              </a:rPr>
              <a:t>Fourth Outline Level</a:t>
            </a:r>
            <a:endParaRPr lang="en-US" sz="2400" b="0" u="none" strike="noStrike">
              <a:solidFill>
                <a:srgbClr val="000000"/>
              </a:solidFill>
              <a:effectLst/>
              <a:uFillTx/>
              <a:latin typeface="Arial"/>
            </a:endParaRPr>
          </a:p>
          <a:p>
            <a:pPr marL="2286000" lvl="4" indent="-228600" algn="l">
              <a:spcBef>
                <a:spcPts val="283"/>
              </a:spcBef>
              <a:buClr>
                <a:srgbClr val="000000"/>
              </a:buClr>
              <a:buSzPct val="45000"/>
              <a:buFont typeface="Wingdings" charset="2"/>
              <a:buChar char=""/>
            </a:pPr>
            <a:r>
              <a:rPr lang="en-US" sz="2400" b="0" u="none" strike="noStrike">
                <a:solidFill>
                  <a:srgbClr val="000000"/>
                </a:solidFill>
                <a:effectLst/>
                <a:uFillTx/>
                <a:latin typeface="Arial"/>
              </a:rPr>
              <a:t>Fifth Outline Level</a:t>
            </a:r>
            <a:endParaRPr lang="en-US" sz="2400" b="0" u="none" strike="noStrike">
              <a:solidFill>
                <a:srgbClr val="000000"/>
              </a:solidFill>
              <a:effectLst/>
              <a:uFillTx/>
              <a:latin typeface="Arial"/>
            </a:endParaRPr>
          </a:p>
          <a:p>
            <a:pPr marL="2743200" lvl="5" indent="-228600" algn="l">
              <a:spcBef>
                <a:spcPts val="283"/>
              </a:spcBef>
              <a:buClr>
                <a:srgbClr val="000000"/>
              </a:buClr>
              <a:buSzPct val="45000"/>
              <a:buFont typeface="Wingdings" charset="2"/>
              <a:buChar char=""/>
            </a:pPr>
            <a:r>
              <a:rPr lang="en-US" sz="2400" b="0" u="none" strike="noStrike">
                <a:solidFill>
                  <a:srgbClr val="000000"/>
                </a:solidFill>
                <a:effectLst/>
                <a:uFillTx/>
                <a:latin typeface="Arial"/>
              </a:rPr>
              <a:t>Sixth Outline Level</a:t>
            </a:r>
            <a:endParaRPr lang="en-US" sz="2400" b="0" u="none" strike="noStrike">
              <a:solidFill>
                <a:srgbClr val="000000"/>
              </a:solidFill>
              <a:effectLst/>
              <a:uFillTx/>
              <a:latin typeface="Arial"/>
            </a:endParaRPr>
          </a:p>
          <a:p>
            <a:pPr marL="3200400" lvl="6" indent="-228600" algn="l">
              <a:spcBef>
                <a:spcPts val="283"/>
              </a:spcBef>
              <a:buClr>
                <a:srgbClr val="000000"/>
              </a:buClr>
              <a:buSzPct val="45000"/>
              <a:buFont typeface="Wingdings" charset="2"/>
              <a:buChar char=""/>
            </a:pPr>
            <a:r>
              <a:rPr lang="en-US" sz="2400" b="0" u="none" strike="noStrike">
                <a:solidFill>
                  <a:srgbClr val="000000"/>
                </a:solidFill>
                <a:effectLst/>
                <a:uFillTx/>
                <a:latin typeface="Arial"/>
              </a:rPr>
              <a:t>Seventh Outline Level</a:t>
            </a:r>
            <a:endParaRPr lang="en-US" sz="2400" b="0" u="none" strike="noStrike">
              <a:solidFill>
                <a:srgbClr val="000000"/>
              </a:solidFill>
              <a:effectLst/>
              <a:uFillTx/>
              <a:latin typeface="Arial"/>
            </a:endParaRPr>
          </a:p>
        </p:txBody>
      </p:sp>
      <p:sp>
        <p:nvSpPr>
          <p:cNvPr id="31"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rmAutofit fontScale="85000" lnSpcReduction="19999"/>
          </a:bodyPr>
          <a:lstStyle>
            <a:lvl1pPr algn="l">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57200" indent="-343080" algn="l">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914400" lvl="1" indent="-34308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371600" lvl="2" indent="-343080" algn="l">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828800" lvl="3" indent="-343080" algn="l">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286000" lvl="4"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743200" lvl="5"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200400" lvl="6" indent="-34308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32" name="PlaceHolder 6"/>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33" name="PlaceHolder 7"/>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4" name="PlaceHolder 8"/>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EE8821D4-269B-4D70-8CF8-E8DE056B04A1}" type="slidenum">
              <a:rPr lang="en-US" sz="1200" b="0" u="none" strike="noStrike">
                <a:solidFill>
                  <a:srgbClr val="888888"/>
                </a:solidFill>
                <a:effectLst/>
                <a:uFillTx/>
                <a:latin typeface="Calibri"/>
                <a:ea typeface="Calibri"/>
              </a:rPr>
              <a:t>&lt;number&gt;</a:t>
            </a:fld>
            <a:endParaRPr lang="en-US" sz="12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5"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lvl1pPr indent="0" algn="l">
              <a:buNone/>
              <a:defRPr lang="en-US" sz="1400" b="0" u="none" strike="noStrike">
                <a:solidFill>
                  <a:srgbClr val="000000"/>
                </a:solidFill>
                <a:effectLst/>
                <a:uFillTx/>
                <a:latin typeface="Arial"/>
              </a:defRPr>
            </a:lvl1pPr>
          </a:lstStyle>
          <a:p>
            <a:pPr indent="0" algn="l">
              <a:buNone/>
            </a:pPr>
            <a:r>
              <a:rPr lang="en-US" sz="1400" b="0" u="none" strike="noStrike">
                <a:solidFill>
                  <a:srgbClr val="000000"/>
                </a:solidFill>
                <a:effectLst/>
                <a:uFillTx/>
                <a:latin typeface="Arial"/>
              </a:rPr>
              <a:t>Click to edit the title text format</a:t>
            </a:r>
            <a:endParaRPr lang="en-US" sz="1400" b="0" u="none" strike="noStrike">
              <a:solidFill>
                <a:srgbClr val="000000"/>
              </a:solidFill>
              <a:effectLst/>
              <a:uFillTx/>
              <a:latin typeface="Arial"/>
            </a:endParaRPr>
          </a:p>
        </p:txBody>
      </p:sp>
      <p:sp>
        <p:nvSpPr>
          <p:cNvPr id="36" name="PlaceHolder 2"/>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37" name="PlaceHolder 3"/>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8" name="PlaceHolder 4"/>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3429A137-645E-45B3-B403-B3D9F0A9ED22}" type="slidenum">
              <a:rPr lang="en-US" sz="1200" b="0" u="none" strike="noStrike">
                <a:solidFill>
                  <a:srgbClr val="888888"/>
                </a:solidFill>
                <a:effectLst/>
                <a:uFillTx/>
                <a:latin typeface="Calibri"/>
                <a:ea typeface="Calibri"/>
              </a:rPr>
              <a:t>&lt;number&gt;</a:t>
            </a:fld>
            <a:endParaRPr lang="en-US" sz="12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9" name="PlaceHolder 1"/>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40" name="PlaceHolder 2"/>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1" name="PlaceHolder 3"/>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21E35623-85E8-4C96-9E60-9204914106F6}" type="slidenum">
              <a:rPr lang="en-US" sz="1200" b="0" u="none" strike="noStrike">
                <a:solidFill>
                  <a:srgbClr val="888888"/>
                </a:solidFill>
                <a:effectLst/>
                <a:uFillTx/>
                <a:latin typeface="Calibri"/>
                <a:ea typeface="Calibri"/>
              </a:rPr>
              <a:t>&lt;number&gt;</a:t>
            </a:fld>
            <a:endParaRPr lang="en-US" sz="12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839880" y="457200"/>
            <a:ext cx="3931920" cy="1599840"/>
          </a:xfrm>
          <a:prstGeom prst="rect">
            <a:avLst/>
          </a:prstGeom>
          <a:noFill/>
          <a:ln w="0">
            <a:noFill/>
          </a:ln>
        </p:spPr>
        <p:txBody>
          <a:bodyPr lIns="0" tIns="0" rIns="0" bIns="0" anchor="ctr">
            <a:noAutofit/>
          </a:bodyPr>
          <a:lstStyle>
            <a:lvl1pPr indent="0" algn="l">
              <a:buNone/>
              <a:defRPr lang="en-US" sz="1400" b="0" u="none" strike="noStrike">
                <a:solidFill>
                  <a:srgbClr val="000000"/>
                </a:solidFill>
                <a:effectLst/>
                <a:uFillTx/>
                <a:latin typeface="Arial"/>
              </a:defRPr>
            </a:lvl1pPr>
          </a:lstStyle>
          <a:p>
            <a:pPr indent="0" algn="l">
              <a:buNone/>
            </a:pPr>
            <a:r>
              <a:rPr lang="en-US" sz="1400" b="0" u="none" strike="noStrike">
                <a:solidFill>
                  <a:srgbClr val="000000"/>
                </a:solidFill>
                <a:effectLst/>
                <a:uFillTx/>
                <a:latin typeface="Arial"/>
              </a:rPr>
              <a:t>Click to edit the title text format</a:t>
            </a:r>
            <a:endParaRPr lang="en-US" sz="1400" b="0" u="none" strike="noStrike">
              <a:solidFill>
                <a:srgbClr val="000000"/>
              </a:solidFill>
              <a:effectLst/>
              <a:uFillTx/>
              <a:latin typeface="Arial"/>
            </a:endParaRPr>
          </a:p>
        </p:txBody>
      </p:sp>
      <p:sp>
        <p:nvSpPr>
          <p:cNvPr id="43"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rmAutofit lnSpcReduction="9999"/>
          </a:bodyPr>
          <a:lstStyle>
            <a:lvl1pPr algn="l">
              <a:spcBef>
                <a:spcPts val="1417"/>
              </a:spcBef>
              <a:buClr>
                <a:srgbClr val="000000"/>
              </a:buClr>
              <a:buSzPct val="45000"/>
              <a:buFont typeface="Wingdings" charset="2"/>
              <a:buChar char=""/>
              <a:defRPr lang="en-US"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32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32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32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32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32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32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3200" b="0" u="none" strike="noStrike">
                <a:solidFill>
                  <a:srgbClr val="000000"/>
                </a:solidFill>
                <a:effectLst/>
                <a:uFillTx/>
                <a:latin typeface="Arial"/>
              </a:rPr>
              <a:t>Second Outline Level</a:t>
            </a:r>
            <a:endParaRPr lang="en-US" sz="32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3200" b="0" u="none" strike="noStrike">
                <a:solidFill>
                  <a:srgbClr val="000000"/>
                </a:solidFill>
                <a:effectLst/>
                <a:uFillTx/>
                <a:latin typeface="Arial"/>
              </a:rPr>
              <a:t>Third Outline Level</a:t>
            </a:r>
            <a:endParaRPr lang="en-US" sz="32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3200" b="0" u="none" strike="noStrike">
                <a:solidFill>
                  <a:srgbClr val="000000"/>
                </a:solidFill>
                <a:effectLst/>
                <a:uFillTx/>
                <a:latin typeface="Arial"/>
              </a:rPr>
              <a:t>Fourth Outline Level</a:t>
            </a:r>
            <a:endParaRPr lang="en-US" sz="32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3200" b="0" u="none" strike="noStrike">
                <a:solidFill>
                  <a:srgbClr val="000000"/>
                </a:solidFill>
                <a:effectLst/>
                <a:uFillTx/>
                <a:latin typeface="Arial"/>
              </a:rPr>
              <a:t>Fifth Outline Level</a:t>
            </a:r>
            <a:endParaRPr lang="en-US" sz="32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3200" b="0" u="none" strike="noStrike">
                <a:solidFill>
                  <a:srgbClr val="000000"/>
                </a:solidFill>
                <a:effectLst/>
                <a:uFillTx/>
                <a:latin typeface="Arial"/>
              </a:rPr>
              <a:t>Sixth Outline Level</a:t>
            </a:r>
            <a:endParaRPr lang="en-US" sz="32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3200" b="0" u="none" strike="noStrike">
                <a:solidFill>
                  <a:srgbClr val="000000"/>
                </a:solidFill>
                <a:effectLst/>
                <a:uFillTx/>
                <a:latin typeface="Arial"/>
              </a:rPr>
              <a:t>Seventh Outline Level</a:t>
            </a:r>
            <a:endParaRPr lang="en-US" sz="3200" b="0" u="none" strike="noStrike">
              <a:solidFill>
                <a:srgbClr val="000000"/>
              </a:solidFill>
              <a:effectLst/>
              <a:uFillTx/>
              <a:latin typeface="Arial"/>
            </a:endParaRPr>
          </a:p>
        </p:txBody>
      </p:sp>
      <p:sp>
        <p:nvSpPr>
          <p:cNvPr id="44"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rmAutofit lnSpcReduction="9999"/>
          </a:bodyPr>
          <a:lstStyle>
            <a:lvl1pPr algn="l">
              <a:spcBef>
                <a:spcPts val="1417"/>
              </a:spcBef>
              <a:buClr>
                <a:srgbClr val="000000"/>
              </a:buClr>
              <a:buSzPct val="45000"/>
              <a:buFont typeface="Wingdings" charset="2"/>
              <a:buChar char=""/>
              <a:defRPr lang="en-US" sz="16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6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6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6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6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6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600" b="0" u="none" strike="noStrike">
                <a:solidFill>
                  <a:srgbClr val="000000"/>
                </a:solidFill>
                <a:effectLst/>
                <a:uFillTx/>
                <a:latin typeface="Arial"/>
              </a:defRPr>
            </a:lvl7pPr>
          </a:lstStyle>
          <a:p>
            <a:pPr marL="457200" indent="-228600" algn="l">
              <a:spcBef>
                <a:spcPts val="1417"/>
              </a:spcBef>
              <a:buClr>
                <a:srgbClr val="000000"/>
              </a:buClr>
              <a:buSzPct val="45000"/>
              <a:buFont typeface="Wingdings" charset="2"/>
              <a:buChar char=""/>
            </a:pPr>
            <a:r>
              <a:rPr lang="en-US" sz="1600" b="0" u="none" strike="noStrike">
                <a:solidFill>
                  <a:srgbClr val="000000"/>
                </a:solidFill>
                <a:effectLst/>
                <a:uFillTx/>
                <a:latin typeface="Arial"/>
              </a:rPr>
              <a:t>Click to edit the outline text format</a:t>
            </a:r>
            <a:endParaRPr lang="en-US" sz="1600" b="0" u="none" strike="noStrike">
              <a:solidFill>
                <a:srgbClr val="000000"/>
              </a:solidFill>
              <a:effectLst/>
              <a:uFillTx/>
              <a:latin typeface="Arial"/>
            </a:endParaRPr>
          </a:p>
          <a:p>
            <a:pPr marL="914400" lvl="1" indent="-228600" algn="l">
              <a:spcBef>
                <a:spcPts val="1134"/>
              </a:spcBef>
              <a:buClr>
                <a:srgbClr val="000000"/>
              </a:buClr>
              <a:buSzPct val="75000"/>
              <a:buFont typeface="Symbol" charset="2"/>
              <a:buChar char=""/>
            </a:pPr>
            <a:r>
              <a:rPr lang="en-US" sz="1600" b="0" u="none" strike="noStrike">
                <a:solidFill>
                  <a:srgbClr val="000000"/>
                </a:solidFill>
                <a:effectLst/>
                <a:uFillTx/>
                <a:latin typeface="Arial"/>
              </a:rPr>
              <a:t>Second Outline Level</a:t>
            </a:r>
            <a:endParaRPr lang="en-US" sz="1600" b="0" u="none" strike="noStrike">
              <a:solidFill>
                <a:srgbClr val="000000"/>
              </a:solidFill>
              <a:effectLst/>
              <a:uFillTx/>
              <a:latin typeface="Arial"/>
            </a:endParaRPr>
          </a:p>
          <a:p>
            <a:pPr marL="1371600" lvl="2" indent="-228600" algn="l">
              <a:spcBef>
                <a:spcPts val="850"/>
              </a:spcBef>
              <a:buClr>
                <a:srgbClr val="000000"/>
              </a:buClr>
              <a:buSzPct val="45000"/>
              <a:buFont typeface="Wingdings" charset="2"/>
              <a:buChar char=""/>
            </a:pPr>
            <a:r>
              <a:rPr lang="en-US" sz="1600" b="0" u="none" strike="noStrike">
                <a:solidFill>
                  <a:srgbClr val="000000"/>
                </a:solidFill>
                <a:effectLst/>
                <a:uFillTx/>
                <a:latin typeface="Arial"/>
              </a:rPr>
              <a:t>Third Outline Level</a:t>
            </a:r>
            <a:endParaRPr lang="en-US" sz="1600" b="0" u="none" strike="noStrike">
              <a:solidFill>
                <a:srgbClr val="000000"/>
              </a:solidFill>
              <a:effectLst/>
              <a:uFillTx/>
              <a:latin typeface="Arial"/>
            </a:endParaRPr>
          </a:p>
          <a:p>
            <a:pPr marL="1828800" lvl="3" indent="-228600" algn="l">
              <a:spcBef>
                <a:spcPts val="567"/>
              </a:spcBef>
              <a:buClr>
                <a:srgbClr val="000000"/>
              </a:buClr>
              <a:buSzPct val="75000"/>
              <a:buFont typeface="Symbol" charset="2"/>
              <a:buChar char=""/>
            </a:pPr>
            <a:r>
              <a:rPr lang="en-US" sz="1600" b="0" u="none" strike="noStrike">
                <a:solidFill>
                  <a:srgbClr val="000000"/>
                </a:solidFill>
                <a:effectLst/>
                <a:uFillTx/>
                <a:latin typeface="Arial"/>
              </a:rPr>
              <a:t>Fourth Outline Level</a:t>
            </a:r>
            <a:endParaRPr lang="en-US" sz="1600" b="0" u="none" strike="noStrike">
              <a:solidFill>
                <a:srgbClr val="000000"/>
              </a:solidFill>
              <a:effectLst/>
              <a:uFillTx/>
              <a:latin typeface="Arial"/>
            </a:endParaRPr>
          </a:p>
          <a:p>
            <a:pPr marL="2286000" lvl="4" indent="-228600" algn="l">
              <a:spcBef>
                <a:spcPts val="283"/>
              </a:spcBef>
              <a:buClr>
                <a:srgbClr val="000000"/>
              </a:buClr>
              <a:buSzPct val="45000"/>
              <a:buFont typeface="Wingdings" charset="2"/>
              <a:buChar char=""/>
            </a:pPr>
            <a:r>
              <a:rPr lang="en-US" sz="1600" b="0" u="none" strike="noStrike">
                <a:solidFill>
                  <a:srgbClr val="000000"/>
                </a:solidFill>
                <a:effectLst/>
                <a:uFillTx/>
                <a:latin typeface="Arial"/>
              </a:rPr>
              <a:t>Fifth Outline Level</a:t>
            </a:r>
            <a:endParaRPr lang="en-US" sz="1600" b="0" u="none" strike="noStrike">
              <a:solidFill>
                <a:srgbClr val="000000"/>
              </a:solidFill>
              <a:effectLst/>
              <a:uFillTx/>
              <a:latin typeface="Arial"/>
            </a:endParaRPr>
          </a:p>
          <a:p>
            <a:pPr marL="2743200" lvl="5" indent="-228600" algn="l">
              <a:spcBef>
                <a:spcPts val="283"/>
              </a:spcBef>
              <a:buClr>
                <a:srgbClr val="000000"/>
              </a:buClr>
              <a:buSzPct val="45000"/>
              <a:buFont typeface="Wingdings" charset="2"/>
              <a:buChar char=""/>
            </a:pPr>
            <a:r>
              <a:rPr lang="en-US" sz="1600" b="0" u="none" strike="noStrike">
                <a:solidFill>
                  <a:srgbClr val="000000"/>
                </a:solidFill>
                <a:effectLst/>
                <a:uFillTx/>
                <a:latin typeface="Arial"/>
              </a:rPr>
              <a:t>Sixth Outline Level</a:t>
            </a:r>
            <a:endParaRPr lang="en-US" sz="1600" b="0" u="none" strike="noStrike">
              <a:solidFill>
                <a:srgbClr val="000000"/>
              </a:solidFill>
              <a:effectLst/>
              <a:uFillTx/>
              <a:latin typeface="Arial"/>
            </a:endParaRPr>
          </a:p>
          <a:p>
            <a:pPr marL="3200400" lvl="6" indent="-228600" algn="l">
              <a:spcBef>
                <a:spcPts val="283"/>
              </a:spcBef>
              <a:buClr>
                <a:srgbClr val="000000"/>
              </a:buClr>
              <a:buSzPct val="45000"/>
              <a:buFont typeface="Wingdings" charset="2"/>
              <a:buChar char=""/>
            </a:pPr>
            <a:r>
              <a:rPr lang="en-US" sz="1600" b="0" u="none" strike="noStrike">
                <a:solidFill>
                  <a:srgbClr val="000000"/>
                </a:solidFill>
                <a:effectLst/>
                <a:uFillTx/>
                <a:latin typeface="Arial"/>
              </a:rPr>
              <a:t>Seventh Outline Level</a:t>
            </a:r>
            <a:endParaRPr lang="en-US" sz="1600" b="0" u="none" strike="noStrike">
              <a:solidFill>
                <a:srgbClr val="000000"/>
              </a:solidFill>
              <a:effectLst/>
              <a:uFillTx/>
              <a:latin typeface="Arial"/>
            </a:endParaRPr>
          </a:p>
        </p:txBody>
      </p:sp>
      <p:sp>
        <p:nvSpPr>
          <p:cNvPr id="45" name="PlaceHolder 4"/>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46" name="PlaceHolder 5"/>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7" name="PlaceHolder 6"/>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DEBD135A-433F-4EC7-B107-D98E2839DA6A}" type="slidenum">
              <a:rPr lang="en-US" sz="1200" b="0" u="none" strike="noStrike">
                <a:solidFill>
                  <a:srgbClr val="888888"/>
                </a:solidFill>
                <a:effectLst/>
                <a:uFillTx/>
                <a:latin typeface="Calibri"/>
                <a:ea typeface="Calibri"/>
              </a:rPr>
              <a:t>&lt;number&gt;</a:t>
            </a:fld>
            <a:endParaRPr lang="en-US" sz="12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839880" y="457200"/>
            <a:ext cx="3931920" cy="1599840"/>
          </a:xfrm>
          <a:prstGeom prst="rect">
            <a:avLst/>
          </a:prstGeom>
          <a:noFill/>
          <a:ln w="0">
            <a:noFill/>
          </a:ln>
        </p:spPr>
        <p:txBody>
          <a:bodyPr lIns="0" tIns="0" rIns="0" bIns="0" anchor="ctr">
            <a:noAutofit/>
          </a:bodyPr>
          <a:lstStyle>
            <a:lvl1pPr indent="0" algn="l">
              <a:buNone/>
              <a:defRPr lang="en-US" sz="1400" b="0" u="none" strike="noStrike">
                <a:solidFill>
                  <a:srgbClr val="000000"/>
                </a:solidFill>
                <a:effectLst/>
                <a:uFillTx/>
                <a:latin typeface="Arial"/>
              </a:defRPr>
            </a:lvl1pPr>
          </a:lstStyle>
          <a:p>
            <a:pPr indent="0" algn="l">
              <a:buNone/>
            </a:pPr>
            <a:r>
              <a:rPr lang="en-US" sz="1400" b="0" u="none" strike="noStrike">
                <a:solidFill>
                  <a:srgbClr val="000000"/>
                </a:solidFill>
                <a:effectLst/>
                <a:uFillTx/>
                <a:latin typeface="Arial"/>
              </a:rPr>
              <a:t>Click to edit the title text format</a:t>
            </a:r>
            <a:endParaRPr lang="en-US" sz="1400" b="0" u="none" strike="noStrike">
              <a:solidFill>
                <a:srgbClr val="000000"/>
              </a:solidFill>
              <a:effectLst/>
              <a:uFillTx/>
              <a:latin typeface="Arial"/>
            </a:endParaRPr>
          </a:p>
        </p:txBody>
      </p:sp>
      <p:sp>
        <p:nvSpPr>
          <p:cNvPr id="49" name="PlaceHolder 2"/>
          <p:cNvSpPr>
            <a:spLocks noGrp="1"/>
          </p:cNvSpPr>
          <p:nvPr>
            <p:ph type="body"/>
          </p:nvPr>
        </p:nvSpPr>
        <p:spPr>
          <a:xfrm>
            <a:off x="5183280" y="987480"/>
            <a:ext cx="6171840" cy="487332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14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4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4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400" b="0" u="none" strike="noStrike">
                <a:solidFill>
                  <a:srgbClr val="000000"/>
                </a:solidFill>
                <a:effectLst/>
                <a:uFillTx/>
                <a:latin typeface="Arial"/>
              </a:rPr>
              <a:t>Click to edit the outline text format</a:t>
            </a:r>
            <a:endParaRPr lang="en-US" sz="14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400" b="0" u="none" strike="noStrike">
                <a:solidFill>
                  <a:srgbClr val="000000"/>
                </a:solidFill>
                <a:effectLst/>
                <a:uFillTx/>
                <a:latin typeface="Arial"/>
              </a:rPr>
              <a:t>Second Outline Level</a:t>
            </a:r>
            <a:endParaRPr lang="en-US" sz="14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400" b="0" u="none" strike="noStrike">
                <a:solidFill>
                  <a:srgbClr val="000000"/>
                </a:solidFill>
                <a:effectLst/>
                <a:uFillTx/>
                <a:latin typeface="Arial"/>
              </a:rPr>
              <a:t>Third Outline Level</a:t>
            </a:r>
            <a:endParaRPr lang="en-US" sz="1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400" b="0" u="none" strike="noStrike">
                <a:solidFill>
                  <a:srgbClr val="000000"/>
                </a:solidFill>
                <a:effectLst/>
                <a:uFillTx/>
                <a:latin typeface="Arial"/>
              </a:rPr>
              <a:t>Fourth Outline Level</a:t>
            </a:r>
            <a:endParaRPr lang="en-US" sz="14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
        <p:nvSpPr>
          <p:cNvPr id="50"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rmAutofit lnSpcReduction="9999"/>
          </a:bodyPr>
          <a:lstStyle>
            <a:lvl1pPr algn="l">
              <a:spcBef>
                <a:spcPts val="1417"/>
              </a:spcBef>
              <a:buClr>
                <a:srgbClr val="000000"/>
              </a:buClr>
              <a:buSzPct val="45000"/>
              <a:buFont typeface="Wingdings" charset="2"/>
              <a:buChar char=""/>
              <a:defRPr lang="en-US" sz="16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6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6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6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6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6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600" b="0" u="none" strike="noStrike">
                <a:solidFill>
                  <a:srgbClr val="000000"/>
                </a:solidFill>
                <a:effectLst/>
                <a:uFillTx/>
                <a:latin typeface="Arial"/>
              </a:defRPr>
            </a:lvl7pPr>
          </a:lstStyle>
          <a:p>
            <a:pPr marL="457200" indent="-228600" algn="l">
              <a:spcBef>
                <a:spcPts val="1417"/>
              </a:spcBef>
              <a:buClr>
                <a:srgbClr val="000000"/>
              </a:buClr>
              <a:buSzPct val="45000"/>
              <a:buFont typeface="Wingdings" charset="2"/>
              <a:buChar char=""/>
            </a:pPr>
            <a:r>
              <a:rPr lang="en-US" sz="1600" b="0" u="none" strike="noStrike">
                <a:solidFill>
                  <a:srgbClr val="000000"/>
                </a:solidFill>
                <a:effectLst/>
                <a:uFillTx/>
                <a:latin typeface="Arial"/>
              </a:rPr>
              <a:t>Click to edit the outline text format</a:t>
            </a:r>
            <a:endParaRPr lang="en-US" sz="1600" b="0" u="none" strike="noStrike">
              <a:solidFill>
                <a:srgbClr val="000000"/>
              </a:solidFill>
              <a:effectLst/>
              <a:uFillTx/>
              <a:latin typeface="Arial"/>
            </a:endParaRPr>
          </a:p>
          <a:p>
            <a:pPr marL="914400" lvl="1" indent="-228600" algn="l">
              <a:spcBef>
                <a:spcPts val="1134"/>
              </a:spcBef>
              <a:buClr>
                <a:srgbClr val="000000"/>
              </a:buClr>
              <a:buSzPct val="75000"/>
              <a:buFont typeface="Symbol" charset="2"/>
              <a:buChar char=""/>
            </a:pPr>
            <a:r>
              <a:rPr lang="en-US" sz="1600" b="0" u="none" strike="noStrike">
                <a:solidFill>
                  <a:srgbClr val="000000"/>
                </a:solidFill>
                <a:effectLst/>
                <a:uFillTx/>
                <a:latin typeface="Arial"/>
              </a:rPr>
              <a:t>Second Outline Level</a:t>
            </a:r>
            <a:endParaRPr lang="en-US" sz="1600" b="0" u="none" strike="noStrike">
              <a:solidFill>
                <a:srgbClr val="000000"/>
              </a:solidFill>
              <a:effectLst/>
              <a:uFillTx/>
              <a:latin typeface="Arial"/>
            </a:endParaRPr>
          </a:p>
          <a:p>
            <a:pPr marL="1371600" lvl="2" indent="-228600" algn="l">
              <a:spcBef>
                <a:spcPts val="850"/>
              </a:spcBef>
              <a:buClr>
                <a:srgbClr val="000000"/>
              </a:buClr>
              <a:buSzPct val="45000"/>
              <a:buFont typeface="Wingdings" charset="2"/>
              <a:buChar char=""/>
            </a:pPr>
            <a:r>
              <a:rPr lang="en-US" sz="1600" b="0" u="none" strike="noStrike">
                <a:solidFill>
                  <a:srgbClr val="000000"/>
                </a:solidFill>
                <a:effectLst/>
                <a:uFillTx/>
                <a:latin typeface="Arial"/>
              </a:rPr>
              <a:t>Third Outline Level</a:t>
            </a:r>
            <a:endParaRPr lang="en-US" sz="1600" b="0" u="none" strike="noStrike">
              <a:solidFill>
                <a:srgbClr val="000000"/>
              </a:solidFill>
              <a:effectLst/>
              <a:uFillTx/>
              <a:latin typeface="Arial"/>
            </a:endParaRPr>
          </a:p>
          <a:p>
            <a:pPr marL="1828800" lvl="3" indent="-228600" algn="l">
              <a:spcBef>
                <a:spcPts val="567"/>
              </a:spcBef>
              <a:buClr>
                <a:srgbClr val="000000"/>
              </a:buClr>
              <a:buSzPct val="75000"/>
              <a:buFont typeface="Symbol" charset="2"/>
              <a:buChar char=""/>
            </a:pPr>
            <a:r>
              <a:rPr lang="en-US" sz="1600" b="0" u="none" strike="noStrike">
                <a:solidFill>
                  <a:srgbClr val="000000"/>
                </a:solidFill>
                <a:effectLst/>
                <a:uFillTx/>
                <a:latin typeface="Arial"/>
              </a:rPr>
              <a:t>Fourth Outline Level</a:t>
            </a:r>
            <a:endParaRPr lang="en-US" sz="1600" b="0" u="none" strike="noStrike">
              <a:solidFill>
                <a:srgbClr val="000000"/>
              </a:solidFill>
              <a:effectLst/>
              <a:uFillTx/>
              <a:latin typeface="Arial"/>
            </a:endParaRPr>
          </a:p>
          <a:p>
            <a:pPr marL="2286000" lvl="4" indent="-228600" algn="l">
              <a:spcBef>
                <a:spcPts val="283"/>
              </a:spcBef>
              <a:buClr>
                <a:srgbClr val="000000"/>
              </a:buClr>
              <a:buSzPct val="45000"/>
              <a:buFont typeface="Wingdings" charset="2"/>
              <a:buChar char=""/>
            </a:pPr>
            <a:r>
              <a:rPr lang="en-US" sz="1600" b="0" u="none" strike="noStrike">
                <a:solidFill>
                  <a:srgbClr val="000000"/>
                </a:solidFill>
                <a:effectLst/>
                <a:uFillTx/>
                <a:latin typeface="Arial"/>
              </a:rPr>
              <a:t>Fifth Outline Level</a:t>
            </a:r>
            <a:endParaRPr lang="en-US" sz="1600" b="0" u="none" strike="noStrike">
              <a:solidFill>
                <a:srgbClr val="000000"/>
              </a:solidFill>
              <a:effectLst/>
              <a:uFillTx/>
              <a:latin typeface="Arial"/>
            </a:endParaRPr>
          </a:p>
          <a:p>
            <a:pPr marL="2743200" lvl="5" indent="-228600" algn="l">
              <a:spcBef>
                <a:spcPts val="283"/>
              </a:spcBef>
              <a:buClr>
                <a:srgbClr val="000000"/>
              </a:buClr>
              <a:buSzPct val="45000"/>
              <a:buFont typeface="Wingdings" charset="2"/>
              <a:buChar char=""/>
            </a:pPr>
            <a:r>
              <a:rPr lang="en-US" sz="1600" b="0" u="none" strike="noStrike">
                <a:solidFill>
                  <a:srgbClr val="000000"/>
                </a:solidFill>
                <a:effectLst/>
                <a:uFillTx/>
                <a:latin typeface="Arial"/>
              </a:rPr>
              <a:t>Sixth Outline Level</a:t>
            </a:r>
            <a:endParaRPr lang="en-US" sz="1600" b="0" u="none" strike="noStrike">
              <a:solidFill>
                <a:srgbClr val="000000"/>
              </a:solidFill>
              <a:effectLst/>
              <a:uFillTx/>
              <a:latin typeface="Arial"/>
            </a:endParaRPr>
          </a:p>
          <a:p>
            <a:pPr marL="3200400" lvl="6" indent="-228600" algn="l">
              <a:spcBef>
                <a:spcPts val="283"/>
              </a:spcBef>
              <a:buClr>
                <a:srgbClr val="000000"/>
              </a:buClr>
              <a:buSzPct val="45000"/>
              <a:buFont typeface="Wingdings" charset="2"/>
              <a:buChar char=""/>
            </a:pPr>
            <a:r>
              <a:rPr lang="en-US" sz="1600" b="0" u="none" strike="noStrike">
                <a:solidFill>
                  <a:srgbClr val="000000"/>
                </a:solidFill>
                <a:effectLst/>
                <a:uFillTx/>
                <a:latin typeface="Arial"/>
              </a:rPr>
              <a:t>Seventh Outline Level</a:t>
            </a:r>
            <a:endParaRPr lang="en-US" sz="1600" b="0" u="none" strike="noStrike">
              <a:solidFill>
                <a:srgbClr val="000000"/>
              </a:solidFill>
              <a:effectLst/>
              <a:uFillTx/>
              <a:latin typeface="Arial"/>
            </a:endParaRPr>
          </a:p>
        </p:txBody>
      </p:sp>
      <p:sp>
        <p:nvSpPr>
          <p:cNvPr id="51" name="PlaceHolder 4"/>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52" name="PlaceHolder 5"/>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3" name="PlaceHolder 6"/>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898FBD3B-0047-4B0B-A380-1192CFB55C22}" type="slidenum">
              <a:rPr lang="en-US" sz="1200" b="0" u="none" strike="noStrike">
                <a:solidFill>
                  <a:srgbClr val="888888"/>
                </a:solidFill>
                <a:effectLst/>
                <a:uFillTx/>
                <a:latin typeface="Calibri"/>
                <a:ea typeface="Calibri"/>
              </a:rPr>
              <a:t>&lt;number&gt;</a:t>
            </a:fld>
            <a:endParaRPr lang="en-US" sz="12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lvl1pPr indent="0" algn="l">
              <a:buNone/>
              <a:defRPr lang="en-US" sz="1400" b="0" u="none" strike="noStrike">
                <a:solidFill>
                  <a:srgbClr val="000000"/>
                </a:solidFill>
                <a:effectLst/>
                <a:uFillTx/>
                <a:latin typeface="Arial"/>
              </a:defRPr>
            </a:lvl1pPr>
          </a:lstStyle>
          <a:p>
            <a:pPr indent="0" algn="l">
              <a:buNone/>
            </a:pPr>
            <a:r>
              <a:rPr lang="en-US" sz="1400" b="0" u="none" strike="noStrike">
                <a:solidFill>
                  <a:srgbClr val="000000"/>
                </a:solidFill>
                <a:effectLst/>
                <a:uFillTx/>
                <a:latin typeface="Arial"/>
              </a:rPr>
              <a:t>Click to edit the title text format</a:t>
            </a:r>
            <a:endParaRPr lang="en-US" sz="1400" b="0" u="none" strike="noStrike">
              <a:solidFill>
                <a:srgbClr val="000000"/>
              </a:solidFill>
              <a:effectLst/>
              <a:uFillTx/>
              <a:latin typeface="Arial"/>
            </a:endParaRPr>
          </a:p>
        </p:txBody>
      </p:sp>
      <p:sp>
        <p:nvSpPr>
          <p:cNvPr id="55" name="PlaceHolder 2"/>
          <p:cNvSpPr>
            <a:spLocks noGrp="1"/>
          </p:cNvSpPr>
          <p:nvPr>
            <p:ph type="body"/>
          </p:nvPr>
        </p:nvSpPr>
        <p:spPr>
          <a:xfrm rot="5400000">
            <a:off x="3920400" y="-1256400"/>
            <a:ext cx="4350960" cy="10515240"/>
          </a:xfrm>
          <a:prstGeom prst="rect">
            <a:avLst/>
          </a:prstGeom>
          <a:noFill/>
          <a:ln w="0">
            <a:noFill/>
          </a:ln>
        </p:spPr>
        <p:txBody>
          <a:bodyPr lIns="91440" tIns="45720" rIns="91440" bIns="45720" anchor="t">
            <a:normAutofit/>
          </a:bodyPr>
          <a:lstStyle>
            <a:lvl1pPr algn="l">
              <a:spcBef>
                <a:spcPts val="1417"/>
              </a:spcBef>
              <a:buClr>
                <a:srgbClr val="000000"/>
              </a:buClr>
              <a:buSzPct val="45000"/>
              <a:buFont typeface="Wingdings" charset="2"/>
              <a:buChar char=""/>
              <a:defRPr lang="en-US" sz="2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8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2800" b="0" u="none" strike="noStrike">
                <a:solidFill>
                  <a:srgbClr val="000000"/>
                </a:solidFill>
                <a:effectLst/>
                <a:uFillTx/>
                <a:latin typeface="Arial"/>
              </a:rPr>
              <a:t>Click to edit the outline text format</a:t>
            </a:r>
            <a:endParaRPr lang="en-US" sz="28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2800" b="0" u="none" strike="noStrike">
                <a:solidFill>
                  <a:srgbClr val="000000"/>
                </a:solidFill>
                <a:effectLst/>
                <a:uFillTx/>
                <a:latin typeface="Arial"/>
              </a:rPr>
              <a:t>Third Outline Level</a:t>
            </a:r>
            <a:endParaRPr lang="en-US" sz="28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2800" b="0" u="none" strike="noStrike">
                <a:solidFill>
                  <a:srgbClr val="000000"/>
                </a:solidFill>
                <a:effectLst/>
                <a:uFillTx/>
                <a:latin typeface="Arial"/>
              </a:rPr>
              <a:t>Fourth Outline Level</a:t>
            </a:r>
            <a:endParaRPr lang="en-US" sz="28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Fifth Outline Level</a:t>
            </a:r>
            <a:endParaRPr lang="en-US" sz="28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Sixth Outline Level</a:t>
            </a:r>
            <a:endParaRPr lang="en-US" sz="28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2800" b="0" u="none" strike="noStrike">
                <a:solidFill>
                  <a:srgbClr val="000000"/>
                </a:solidFill>
                <a:effectLst/>
                <a:uFillTx/>
                <a:latin typeface="Arial"/>
              </a:rPr>
              <a:t>Seventh Outline Level</a:t>
            </a:r>
            <a:endParaRPr lang="en-US" sz="2800" b="0" u="none" strike="noStrike">
              <a:solidFill>
                <a:srgbClr val="000000"/>
              </a:solidFill>
              <a:effectLst/>
              <a:uFillTx/>
              <a:latin typeface="Arial"/>
            </a:endParaRPr>
          </a:p>
        </p:txBody>
      </p:sp>
      <p:sp>
        <p:nvSpPr>
          <p:cNvPr id="56" name="PlaceHolder 3"/>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57" name="PlaceHolder 4"/>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8" name="PlaceHolder 5"/>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888888"/>
                </a:solidFill>
                <a:effectLst/>
                <a:uFillTx/>
                <a:latin typeface="Calibri"/>
                <a:ea typeface="Calibri"/>
              </a:defRPr>
            </a:lvl1pPr>
          </a:lstStyle>
          <a:p>
            <a:pPr indent="0" algn="r">
              <a:lnSpc>
                <a:spcPct val="100000"/>
              </a:lnSpc>
              <a:buNone/>
              <a:tabLst>
                <a:tab pos="0" algn="l"/>
              </a:tabLst>
            </a:pPr>
            <a:fld id="{9E27F20F-34D0-4E67-BAF2-34589B04A7DD}" type="slidenum">
              <a:rPr lang="en-US" sz="1200" b="0" u="none" strike="noStrike">
                <a:solidFill>
                  <a:srgbClr val="888888"/>
                </a:solidFill>
                <a:effectLst/>
                <a:uFillTx/>
                <a:latin typeface="Calibri"/>
                <a:ea typeface="Calibri"/>
              </a:rPr>
              <a:t>&lt;number&gt;</a:t>
            </a:fld>
            <a:endParaRPr lang="en-US" sz="12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3.xml"/>
</Relationships>
</file>

<file path=ppt/slides/_rels/slide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3.xml"/>
</Relationships>
</file>

<file path=ppt/slides/_rels/slide19.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3.xml"/>
</Relationships>
</file>

<file path=ppt/slides/_rels/slide20.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rmAutofit/>
          </a:bodyPr>
          <a:p>
            <a:pPr indent="0" algn="ctr">
              <a:lnSpc>
                <a:spcPct val="90000"/>
              </a:lnSpc>
              <a:buNone/>
            </a:pPr>
            <a:r>
              <a:rPr lang="en-US" sz="6600" b="1" u="none" strike="noStrike">
                <a:solidFill>
                  <a:schemeClr val="dk1"/>
                </a:solidFill>
                <a:effectLst/>
                <a:uFillTx/>
                <a:latin typeface="Calibri"/>
                <a:ea typeface="Calibri"/>
              </a:rPr>
              <a:t>IBM University Engagement Project Submission</a:t>
            </a:r>
            <a:br>
              <a:rPr sz="6000"/>
            </a:br>
            <a:endParaRPr lang="en-US" sz="6600" b="0" u="none" strike="noStrike">
              <a:solidFill>
                <a:srgbClr val="000000"/>
              </a:solidFill>
              <a:effectLst/>
              <a:uFillTx/>
              <a:latin typeface="Arial"/>
            </a:endParaRPr>
          </a:p>
        </p:txBody>
      </p:sp>
      <p:sp>
        <p:nvSpPr>
          <p:cNvPr id="60" name="PlaceHolder 2"/>
          <p:cNvSpPr>
            <a:spLocks noGrp="1"/>
          </p:cNvSpPr>
          <p:nvPr>
            <p:ph/>
          </p:nvPr>
        </p:nvSpPr>
        <p:spPr>
          <a:xfrm>
            <a:off x="1014840" y="3903840"/>
            <a:ext cx="10515240" cy="1499760"/>
          </a:xfrm>
          <a:prstGeom prst="rect">
            <a:avLst/>
          </a:prstGeom>
          <a:noFill/>
          <a:ln w="0">
            <a:noFill/>
          </a:ln>
        </p:spPr>
        <p:txBody>
          <a:bodyPr lIns="91440" tIns="45720" rIns="91440" bIns="45720" anchor="t">
            <a:noAutofit/>
          </a:bodyPr>
          <a:p>
            <a:pPr marL="457200" indent="-228600" algn="ctr">
              <a:lnSpc>
                <a:spcPct val="90000"/>
              </a:lnSpc>
              <a:spcBef>
                <a:spcPts val="1001"/>
              </a:spcBef>
              <a:buNone/>
              <a:tabLst>
                <a:tab pos="0" algn="l"/>
              </a:tabLst>
            </a:pPr>
            <a:r>
              <a:rPr lang="en-US" sz="2400" b="1" i="1" u="none" strike="noStrike">
                <a:solidFill>
                  <a:schemeClr val="dk1"/>
                </a:solidFill>
                <a:effectLst/>
                <a:uFillTx/>
                <a:latin typeface="Calibri"/>
                <a:ea typeface="Calibri"/>
              </a:rPr>
              <a:t>“Exploring the Power of Agentic AI with IBM Granite and IBM Bob”</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Google Shape;92;p2"/>
          <p:cNvSpPr/>
          <p:nvPr/>
        </p:nvSpPr>
        <p:spPr>
          <a:xfrm>
            <a:off x="690480" y="4425480"/>
            <a:ext cx="10795320" cy="198720"/>
          </a:xfrm>
          <a:prstGeom prst="rect">
            <a:avLst/>
          </a:prstGeom>
          <a:noFill/>
          <a:ln w="0">
            <a:noFill/>
          </a:ln>
        </p:spPr>
        <p:style>
          <a:lnRef idx="0"/>
          <a:fillRef idx="0"/>
          <a:effectRef idx="0"/>
          <a:fontRef idx="minor"/>
        </p:style>
        <p:txBody>
          <a:bodyPr lIns="0" tIns="0" rIns="0" bIns="0" anchor="t">
            <a:noAutofit/>
          </a:bodyPr>
          <a:p>
            <a:endParaRPr lang="en-US" sz="1500" b="0" u="none" strike="noStrike">
              <a:solidFill>
                <a:schemeClr val="dk1"/>
              </a:solidFill>
              <a:effectLst/>
              <a:uFillTx/>
              <a:latin typeface="Times New Roman"/>
            </a:endParaRPr>
          </a:p>
        </p:txBody>
      </p:sp>
      <p:sp>
        <p:nvSpPr>
          <p:cNvPr id="62" name="Google Shape;95;p2"/>
          <p:cNvSpPr/>
          <p:nvPr/>
        </p:nvSpPr>
        <p:spPr>
          <a:xfrm>
            <a:off x="1102320" y="1174680"/>
            <a:ext cx="7426080" cy="451080"/>
          </a:xfrm>
          <a:prstGeom prst="rect">
            <a:avLst/>
          </a:prstGeom>
          <a:noFill/>
          <a:ln w="0">
            <a:noFill/>
          </a:ln>
        </p:spPr>
        <p:style>
          <a:lnRef idx="0"/>
          <a:fillRef idx="0"/>
          <a:effectRef idx="0"/>
          <a:fontRef idx="minor"/>
        </p:style>
        <p:txBody>
          <a:bodyPr anchor="ctr">
            <a:noAutofit/>
          </a:bodyPr>
          <a:p>
            <a:endParaRPr lang="en-US" sz="3200" b="1" u="none" strike="noStrike">
              <a:solidFill>
                <a:srgbClr val="002060"/>
              </a:solidFill>
              <a:effectLst/>
              <a:uFillTx/>
              <a:latin typeface="Times New Roman"/>
            </a:endParaRPr>
          </a:p>
        </p:txBody>
      </p:sp>
      <p:graphicFrame>
        <p:nvGraphicFramePr>
          <p:cNvPr id="63" name="Google Shape;96;p2"/>
          <p:cNvGraphicFramePr/>
          <p:nvPr/>
        </p:nvGraphicFramePr>
        <p:xfrm>
          <a:off x="1371600" y="2562840"/>
          <a:ext cx="9672120" cy="2335680"/>
        </p:xfrm>
        <a:graphic>
          <a:graphicData uri="http://schemas.openxmlformats.org/drawingml/2006/table">
            <a:tbl>
              <a:tblPr/>
              <a:tblGrid>
                <a:gridCol w="2062800"/>
                <a:gridCol w="2441520"/>
                <a:gridCol w="3030840"/>
                <a:gridCol w="2137320"/>
              </a:tblGrid>
              <a:tr h="1107000">
                <a:tc>
                  <a:txBody>
                    <a:bodyPr anchor="ctr">
                      <a:noAutofit/>
                    </a:bodyPr>
                    <a:p>
                      <a:pPr algn="ctr">
                        <a:lnSpc>
                          <a:spcPct val="100000"/>
                        </a:lnSpc>
                        <a:tabLst>
                          <a:tab pos="0" algn="l"/>
                        </a:tabLst>
                      </a:pPr>
                      <a:r>
                        <a:rPr lang="en-US" sz="1800" b="0" u="none" strike="noStrike">
                          <a:solidFill>
                            <a:srgbClr val="000000"/>
                          </a:solidFill>
                          <a:effectLst/>
                          <a:uFillTx/>
                          <a:latin typeface="Arial"/>
                          <a:ea typeface="Arial"/>
                        </a:rPr>
                        <a:t>Student Name</a:t>
                      </a:r>
                      <a:endParaRPr lang="en-US" sz="18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5B9BD5"/>
                    </a:solidFill>
                  </a:tcPr>
                </a:tc>
                <a:tc>
                  <a:txBody>
                    <a:bodyPr anchor="ctr">
                      <a:noAutofit/>
                    </a:bodyPr>
                    <a:p>
                      <a:pPr algn="ctr">
                        <a:lnSpc>
                          <a:spcPct val="100000"/>
                        </a:lnSpc>
                        <a:tabLst>
                          <a:tab pos="0" algn="l"/>
                        </a:tabLst>
                      </a:pPr>
                      <a:r>
                        <a:rPr lang="en-US" sz="1800" b="0" u="none" strike="noStrike">
                          <a:solidFill>
                            <a:srgbClr val="000000"/>
                          </a:solidFill>
                          <a:effectLst/>
                          <a:uFillTx/>
                          <a:latin typeface="Arial"/>
                          <a:ea typeface="Arial"/>
                        </a:rPr>
                        <a:t>Recent Passport Photo</a:t>
                      </a:r>
                      <a:endParaRPr lang="en-US" sz="18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5B9BD5"/>
                    </a:solidFill>
                  </a:tcPr>
                </a:tc>
                <a:tc>
                  <a:txBody>
                    <a:bodyPr anchor="ctr">
                      <a:noAutofit/>
                    </a:bodyPr>
                    <a:p>
                      <a:pPr algn="ctr">
                        <a:lnSpc>
                          <a:spcPct val="100000"/>
                        </a:lnSpc>
                        <a:tabLst>
                          <a:tab pos="0" algn="l"/>
                        </a:tabLst>
                      </a:pPr>
                      <a:r>
                        <a:rPr lang="en-US" sz="1800" b="0" u="none" strike="noStrike">
                          <a:solidFill>
                            <a:srgbClr val="000000"/>
                          </a:solidFill>
                          <a:effectLst/>
                          <a:uFillTx/>
                          <a:latin typeface="Arial"/>
                          <a:ea typeface="Calibri"/>
                        </a:rPr>
                        <a:t>Email ID </a:t>
                      </a:r>
                      <a:endParaRPr lang="en-US" sz="18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5B9BD5"/>
                    </a:solidFill>
                  </a:tcPr>
                </a:tc>
                <a:tc>
                  <a:txBody>
                    <a:bodyPr anchor="ctr">
                      <a:noAutofit/>
                    </a:bodyPr>
                    <a:p>
                      <a:pPr algn="ctr">
                        <a:lnSpc>
                          <a:spcPct val="100000"/>
                        </a:lnSpc>
                        <a:tabLst>
                          <a:tab pos="0" algn="l"/>
                        </a:tabLst>
                      </a:pPr>
                      <a:r>
                        <a:rPr lang="en-US" sz="1800" b="0" u="none" strike="noStrike">
                          <a:solidFill>
                            <a:srgbClr val="000000"/>
                          </a:solidFill>
                          <a:effectLst/>
                          <a:uFillTx/>
                          <a:latin typeface="Arial"/>
                          <a:ea typeface="Calibri"/>
                        </a:rPr>
                        <a:t>Mobile number</a:t>
                      </a:r>
                      <a:endParaRPr lang="en-US" sz="1800" b="0" u="none" strike="noStrike">
                        <a:solidFill>
                          <a:srgbClr val="FFFFFF"/>
                        </a:solidFill>
                        <a:effectLst/>
                        <a:uFillTx/>
                        <a:latin typeface="Arial"/>
                      </a:endParaRPr>
                    </a:p>
                    <a:p>
                      <a:pPr algn="ctr">
                        <a:lnSpc>
                          <a:spcPct val="100000"/>
                        </a:lnSpc>
                        <a:tabLst>
                          <a:tab pos="0" algn="l"/>
                        </a:tabLst>
                      </a:pPr>
                      <a:r>
                        <a:rPr lang="en-US" sz="1800" b="0" u="none" strike="noStrike">
                          <a:solidFill>
                            <a:srgbClr val="000000"/>
                          </a:solidFill>
                          <a:effectLst/>
                          <a:uFillTx/>
                          <a:latin typeface="Arial"/>
                          <a:ea typeface="Calibri"/>
                        </a:rPr>
                        <a:t>[WhatsApp] </a:t>
                      </a:r>
                      <a:endParaRPr lang="en-US" sz="18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5B9BD5"/>
                    </a:solidFill>
                  </a:tcPr>
                </a:tc>
              </a:tr>
              <a:tr h="1229040">
                <a:tc>
                  <a:txBody>
                    <a:bodyPr anchor="t">
                      <a:noAutofit/>
                    </a:bodyPr>
                    <a:p>
                      <a:r>
                        <a:rPr lang="en-US" sz="2000" b="0" u="none" strike="noStrike">
                          <a:solidFill>
                            <a:srgbClr val="000000"/>
                          </a:solidFill>
                          <a:effectLst/>
                          <a:uFillTx/>
                          <a:latin typeface="Arial"/>
                          <a:ea typeface="Arial"/>
                        </a:rPr>
                        <a:t>DHIVAGAR S</a:t>
                      </a:r>
                      <a:endParaRPr lang="en-US" sz="20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EEF"/>
                    </a:solidFill>
                  </a:tcPr>
                </a:tc>
                <a:tc>
                  <a:txBody>
                    <a:bodyPr anchor="t">
                      <a:noAutofit/>
                    </a:bodyPr>
                    <a:p>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EEF"/>
                    </a:solidFill>
                  </a:tcPr>
                </a:tc>
                <a:tc>
                  <a:txBody>
                    <a:bodyPr anchor="t">
                      <a:noAutofit/>
                    </a:bodyPr>
                    <a:p>
                      <a:r>
                        <a:rPr lang="en-US" sz="2000" b="0" u="none" strike="noStrike">
                          <a:solidFill>
                            <a:srgbClr val="000000"/>
                          </a:solidFill>
                          <a:effectLst/>
                          <a:uFillTx/>
                          <a:latin typeface="Arial"/>
                          <a:ea typeface="Arial"/>
                        </a:rPr>
                        <a:t>dhivagar1967@gmail.com</a:t>
                      </a:r>
                      <a:endParaRPr lang="en-US" sz="20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EEF"/>
                    </a:solidFill>
                  </a:tcPr>
                </a:tc>
                <a:tc>
                  <a:txBody>
                    <a:bodyPr anchor="t">
                      <a:noAutofit/>
                    </a:bodyPr>
                    <a:p>
                      <a:r>
                        <a:rPr lang="en-US" sz="2000" b="0" u="none" strike="noStrike">
                          <a:solidFill>
                            <a:srgbClr val="000000"/>
                          </a:solidFill>
                          <a:effectLst/>
                          <a:uFillTx/>
                          <a:latin typeface="Arial"/>
                          <a:ea typeface="Arial"/>
                        </a:rPr>
                        <a:t>9842229987</a:t>
                      </a:r>
                      <a:endParaRPr lang="en-US" sz="20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EEF"/>
                    </a:solidFill>
                  </a:tcPr>
                </a:tc>
              </a:tr>
            </a:tbl>
          </a:graphicData>
        </a:graphic>
      </p:graphicFrame>
      <p:sp>
        <p:nvSpPr>
          <p:cNvPr id="64" name="TextBox 3"/>
          <p:cNvSpPr/>
          <p:nvPr/>
        </p:nvSpPr>
        <p:spPr>
          <a:xfrm>
            <a:off x="1206000" y="1460880"/>
            <a:ext cx="10279800" cy="456120"/>
          </a:xfrm>
          <a:prstGeom prst="rect">
            <a:avLst/>
          </a:prstGeom>
          <a:noFill/>
          <a:ln w="0">
            <a:noFill/>
          </a:ln>
        </p:spPr>
        <p:style>
          <a:lnRef idx="0"/>
          <a:fillRef idx="0"/>
          <a:effectRef idx="0"/>
          <a:fontRef idx="minor"/>
        </p:style>
        <p:txBody>
          <a:bodyPr lIns="90000" tIns="45000" rIns="90000" bIns="45000" anchor="t">
            <a:spAutoFit/>
          </a:bodyPr>
          <a:p>
            <a:pPr>
              <a:lnSpc>
                <a:spcPct val="100000"/>
              </a:lnSpc>
              <a:spcBef>
                <a:spcPts val="1191"/>
              </a:spcBef>
              <a:spcAft>
                <a:spcPts val="992"/>
              </a:spcAft>
            </a:pPr>
            <a:r>
              <a:rPr lang="en-US" sz="2400" b="1" u="none" strike="noStrike">
                <a:solidFill>
                  <a:srgbClr val="000000"/>
                </a:solidFill>
                <a:effectLst/>
                <a:uFillTx/>
                <a:latin typeface="Arial"/>
                <a:ea typeface="Arial"/>
              </a:rPr>
              <a:t>Domain of  Project – Cybersecurity / Network Security /ML</a:t>
            </a:r>
            <a:endParaRPr lang="en-US" sz="2400" b="0" u="none" strike="noStrike">
              <a:solidFill>
                <a:srgbClr val="000000"/>
              </a:solidFill>
              <a:effectLst/>
              <a:uFillTx/>
              <a:latin typeface="Arial"/>
            </a:endParaRPr>
          </a:p>
        </p:txBody>
      </p:sp>
      <p:sp>
        <p:nvSpPr>
          <p:cNvPr id="65" name="TextBox 6"/>
          <p:cNvSpPr/>
          <p:nvPr/>
        </p:nvSpPr>
        <p:spPr>
          <a:xfrm>
            <a:off x="1206000" y="551880"/>
            <a:ext cx="9580680" cy="456120"/>
          </a:xfrm>
          <a:prstGeom prst="rect">
            <a:avLst/>
          </a:prstGeom>
          <a:noFill/>
          <a:ln w="0">
            <a:noFill/>
          </a:ln>
        </p:spPr>
        <p:style>
          <a:lnRef idx="0"/>
          <a:fillRef idx="0"/>
          <a:effectRef idx="0"/>
          <a:fontRef idx="minor"/>
        </p:style>
        <p:txBody>
          <a:bodyPr lIns="90000" tIns="45000" rIns="90000" bIns="45000" anchor="t">
            <a:spAutoFit/>
          </a:bodyPr>
          <a:p>
            <a:pPr>
              <a:lnSpc>
                <a:spcPct val="100000"/>
              </a:lnSpc>
              <a:spcBef>
                <a:spcPts val="1191"/>
              </a:spcBef>
              <a:spcAft>
                <a:spcPts val="992"/>
              </a:spcAft>
            </a:pPr>
            <a:r>
              <a:rPr lang="en-US" sz="2400" b="1" u="none" strike="noStrike">
                <a:solidFill>
                  <a:srgbClr val="000000"/>
                </a:solidFill>
                <a:effectLst/>
                <a:uFillTx/>
                <a:latin typeface="Arial"/>
                <a:ea typeface="Arial"/>
              </a:rPr>
              <a:t>Project Tile – Network Intrusion Detection </a:t>
            </a:r>
            <a:endParaRPr lang="en-US" sz="2400" b="0" u="none" strike="noStrike">
              <a:solidFill>
                <a:srgbClr val="000000"/>
              </a:solidFill>
              <a:effectLst/>
              <a:uFillTx/>
              <a:latin typeface="Arial"/>
            </a:endParaRPr>
          </a:p>
        </p:txBody>
      </p:sp>
      <p:sp>
        <p:nvSpPr>
          <p:cNvPr id="66" name="TextBox 2"/>
          <p:cNvSpPr/>
          <p:nvPr/>
        </p:nvSpPr>
        <p:spPr>
          <a:xfrm>
            <a:off x="1211040" y="5210640"/>
            <a:ext cx="6456240" cy="1616400"/>
          </a:xfrm>
          <a:prstGeom prst="rect">
            <a:avLst/>
          </a:prstGeom>
          <a:noFill/>
          <a:ln w="0">
            <a:noFill/>
          </a:ln>
        </p:spPr>
        <p:style>
          <a:lnRef idx="0"/>
          <a:fillRef idx="0"/>
          <a:effectRef idx="0"/>
          <a:fontRef idx="minor"/>
        </p:style>
        <p:txBody>
          <a:bodyPr numCol="1" spcCol="0" anchor="t">
            <a:spAutoFit/>
          </a:bodyPr>
          <a:p>
            <a:pPr>
              <a:lnSpc>
                <a:spcPct val="100000"/>
              </a:lnSpc>
            </a:pPr>
            <a:endParaRPr lang="en-US" sz="1400" b="0" u="none" strike="noStrike">
              <a:solidFill>
                <a:srgbClr val="000000"/>
              </a:solidFill>
              <a:effectLst/>
              <a:uFillTx/>
              <a:latin typeface="Arial"/>
            </a:endParaRPr>
          </a:p>
        </p:txBody>
      </p:sp>
      <p:pic>
        <p:nvPicPr>
          <p:cNvPr id="67" name=""/>
          <p:cNvPicPr/>
          <p:nvPr/>
        </p:nvPicPr>
        <p:blipFill>
          <a:blip r:embed="rId1"/>
          <a:stretch/>
        </p:blipFill>
        <p:spPr>
          <a:xfrm>
            <a:off x="4114800" y="3657600"/>
            <a:ext cx="914400" cy="122004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TextBox 1"/>
          <p:cNvSpPr/>
          <p:nvPr/>
        </p:nvSpPr>
        <p:spPr>
          <a:xfrm>
            <a:off x="576000" y="704160"/>
            <a:ext cx="10606680" cy="6308640"/>
          </a:xfrm>
          <a:prstGeom prst="rect">
            <a:avLst/>
          </a:prstGeom>
          <a:noFill/>
          <a:ln w="0">
            <a:noFill/>
          </a:ln>
        </p:spPr>
        <p:style>
          <a:lnRef idx="0"/>
          <a:fillRef idx="0"/>
          <a:effectRef idx="0"/>
          <a:fontRef idx="minor"/>
        </p:style>
        <p:txBody>
          <a:bodyPr lIns="90000" tIns="45000" rIns="90000" bIns="45000" anchor="t">
            <a:spAutoFit/>
          </a:bodyPr>
          <a:p>
            <a:pPr>
              <a:lnSpc>
                <a:spcPct val="100000"/>
              </a:lnSpc>
              <a:spcBef>
                <a:spcPts val="1191"/>
              </a:spcBef>
              <a:spcAft>
                <a:spcPts val="992"/>
              </a:spcAft>
            </a:pPr>
            <a:r>
              <a:rPr lang="en-US" sz="1600" b="1" u="none" strike="noStrike">
                <a:solidFill>
                  <a:srgbClr val="000000"/>
                </a:solidFill>
                <a:effectLst/>
                <a:uFillTx/>
                <a:latin typeface="Arial"/>
                <a:ea typeface="Arial"/>
              </a:rPr>
              <a:t>Problem Statement : Network Intrusion Detection Agent </a:t>
            </a:r>
            <a:endParaRPr lang="en-US" sz="1600" b="0" u="none" strike="noStrike">
              <a:solidFill>
                <a:srgbClr val="000000"/>
              </a:solidFill>
              <a:effectLst/>
              <a:uFillTx/>
              <a:latin typeface="Arial"/>
            </a:endParaRPr>
          </a:p>
          <a:p>
            <a:pPr>
              <a:lnSpc>
                <a:spcPct val="100000"/>
              </a:lnSpc>
            </a:pPr>
            <a:r>
              <a:rPr lang="en-US" sz="1600" b="1" u="none" strike="noStrike">
                <a:solidFill>
                  <a:srgbClr val="000000"/>
                </a:solidFill>
                <a:effectLst/>
                <a:uFillTx/>
                <a:latin typeface="Arial"/>
                <a:ea typeface="Arial"/>
              </a:rPr>
              <a:t>The Challenge</a:t>
            </a:r>
            <a:r>
              <a:rPr lang="en-US" sz="1600" b="0" u="none" strike="noStrike">
                <a:solidFill>
                  <a:srgbClr val="000000"/>
                </a:solidFill>
                <a:effectLst/>
                <a:uFillTx/>
                <a:latin typeface="Arial"/>
                <a:ea typeface="Arial"/>
              </a:rPr>
              <a:t> </a:t>
            </a:r>
            <a:endParaRPr lang="en-US" sz="1600" b="0" u="none" strike="noStrike">
              <a:solidFill>
                <a:srgbClr val="000000"/>
              </a:solidFill>
              <a:effectLst/>
              <a:uFillTx/>
              <a:latin typeface="Arial"/>
            </a:endParaRPr>
          </a:p>
          <a:p>
            <a:pPr>
              <a:lnSpc>
                <a:spcPct val="100000"/>
              </a:lnSpc>
            </a:pPr>
            <a:r>
              <a:rPr lang="en-US" sz="1600" b="0" u="none" strike="noStrike">
                <a:solidFill>
                  <a:srgbClr val="000000"/>
                </a:solidFill>
                <a:effectLst/>
                <a:uFillTx/>
                <a:latin typeface="Arial"/>
                <a:ea typeface="Arial"/>
              </a:rPr>
              <a:t>Modern networks face a constant stream of cyberattacks — DoS, Probe, R2L, and U2R intrusions — hidden inside massive volumes of traffic. Manual monitoring, delayed detection, and high false-positive rates overwhelm security teams. Information about traffic patterns and attack signatures is scattered and reactive. Without real-time, automated classification, many networks fail to detect intrusions before damage occurs.   </a:t>
            </a:r>
            <a:endParaRPr lang="en-US" sz="1600" b="0" u="none" strike="noStrike">
              <a:solidFill>
                <a:srgbClr val="000000"/>
              </a:solidFill>
              <a:effectLst/>
              <a:uFillTx/>
              <a:latin typeface="Arial"/>
            </a:endParaRPr>
          </a:p>
          <a:p>
            <a:pPr>
              <a:lnSpc>
                <a:spcPct val="100000"/>
              </a:lnSpc>
            </a:pPr>
            <a:endParaRPr lang="en-US" sz="1600" b="0" u="none" strike="noStrike">
              <a:solidFill>
                <a:srgbClr val="000000"/>
              </a:solidFill>
              <a:effectLst/>
              <a:uFillTx/>
              <a:latin typeface="Arial"/>
            </a:endParaRPr>
          </a:p>
          <a:p>
            <a:pPr>
              <a:lnSpc>
                <a:spcPct val="100000"/>
              </a:lnSpc>
            </a:pPr>
            <a:r>
              <a:rPr lang="en-US" sz="1600" b="1" u="none" strike="noStrike">
                <a:solidFill>
                  <a:srgbClr val="000000"/>
                </a:solidFill>
                <a:effectLst/>
                <a:uFillTx/>
                <a:latin typeface="Arial"/>
                <a:ea typeface="Arial"/>
              </a:rPr>
              <a:t>The Objective</a:t>
            </a:r>
            <a:r>
              <a:rPr lang="en-US" sz="1600" b="0" u="none" strike="noStrike">
                <a:solidFill>
                  <a:srgbClr val="000000"/>
                </a:solidFill>
                <a:effectLst/>
                <a:uFillTx/>
                <a:latin typeface="Arial"/>
                <a:ea typeface="Arial"/>
              </a:rPr>
              <a:t> </a:t>
            </a:r>
            <a:endParaRPr lang="en-US" sz="1600" b="0" u="none" strike="noStrike">
              <a:solidFill>
                <a:srgbClr val="000000"/>
              </a:solidFill>
              <a:effectLst/>
              <a:uFillTx/>
              <a:latin typeface="Arial"/>
            </a:endParaRPr>
          </a:p>
          <a:p>
            <a:pPr>
              <a:lnSpc>
                <a:spcPct val="100000"/>
              </a:lnSpc>
            </a:pPr>
            <a:r>
              <a:rPr lang="en-US" sz="1600" b="0" u="none" strike="noStrike">
                <a:solidFill>
                  <a:srgbClr val="000000"/>
                </a:solidFill>
                <a:effectLst/>
                <a:uFillTx/>
                <a:latin typeface="Arial"/>
                <a:ea typeface="Arial"/>
              </a:rPr>
              <a:t>Build an AI-powered Network Intrusion Detection Agent that delivers real-time traffic classification and threat insights for security analysts and network administrators. The solution should: </a:t>
            </a:r>
            <a:endParaRPr lang="en-US" sz="1600" b="0" u="none" strike="noStrike">
              <a:solidFill>
                <a:srgbClr val="000000"/>
              </a:solidFill>
              <a:effectLst/>
              <a:uFillTx/>
              <a:latin typeface="Arial"/>
            </a:endParaRPr>
          </a:p>
          <a:p>
            <a:pPr>
              <a:lnSpc>
                <a:spcPct val="100000"/>
              </a:lnSpc>
            </a:pPr>
            <a:endParaRPr lang="en-US" sz="16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600" b="1" u="none" strike="noStrike">
                <a:solidFill>
                  <a:srgbClr val="000000"/>
                </a:solidFill>
                <a:effectLst/>
                <a:uFillTx/>
                <a:latin typeface="Arial"/>
                <a:ea typeface="Arial"/>
              </a:rPr>
              <a:t>Personalized Diet Plans</a:t>
            </a:r>
            <a:r>
              <a:rPr lang="en-US" sz="1600" b="0" u="none" strike="noStrike">
                <a:solidFill>
                  <a:srgbClr val="000000"/>
                </a:solidFill>
                <a:effectLst/>
                <a:uFillTx/>
                <a:latin typeface="Arial"/>
                <a:ea typeface="Arial"/>
              </a:rPr>
              <a:t> – Recommend meals based on age, health conditions, allergies, cultural preferences, and fitness</a:t>
            </a:r>
            <a:endParaRPr lang="en-US" sz="16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600" b="0" u="none" strike="noStrike">
                <a:solidFill>
                  <a:srgbClr val="000000"/>
                </a:solidFill>
                <a:effectLst/>
                <a:uFillTx/>
                <a:latin typeface="Arial"/>
                <a:ea typeface="Arial"/>
              </a:rPr>
              <a:t>Traffic Classification – Classify network flows as Normal or Attack, with attack sub-type (DoS, Probe, R2L, U2R)</a:t>
            </a:r>
            <a:endParaRPr lang="en-US" sz="16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600" b="0" u="none" strike="noStrike">
                <a:solidFill>
                  <a:srgbClr val="000000"/>
                </a:solidFill>
                <a:effectLst/>
                <a:uFillTx/>
                <a:latin typeface="Arial"/>
                <a:ea typeface="Arial"/>
              </a:rPr>
              <a:t>ML Model Pipeline – Preprocess and analyze traffic using a model trained on the NSL-KDD dataset</a:t>
            </a:r>
            <a:endParaRPr lang="en-US" sz="16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600" b="0" u="none" strike="noStrike">
                <a:solidFill>
                  <a:srgbClr val="000000"/>
                </a:solidFill>
                <a:effectLst/>
                <a:uFillTx/>
                <a:latin typeface="Arial"/>
                <a:ea typeface="Arial"/>
              </a:rPr>
              <a:t>Real-Time Detection &amp; Feedback – Allow users to upload or stream traffic data and get instant classification results</a:t>
            </a:r>
            <a:endParaRPr lang="en-US" sz="16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600" b="0" u="none" strike="noStrike">
                <a:solidFill>
                  <a:srgbClr val="000000"/>
                </a:solidFill>
                <a:effectLst/>
                <a:uFillTx/>
                <a:latin typeface="Arial"/>
                <a:ea typeface="Arial"/>
              </a:rPr>
              <a:t>Multi-Agent System –</a:t>
            </a:r>
            <a:endParaRPr lang="en-US" sz="16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600" b="0" u="none" strike="noStrike">
                <a:solidFill>
                  <a:srgbClr val="000000"/>
                </a:solidFill>
                <a:effectLst/>
                <a:uFillTx/>
                <a:latin typeface="Arial"/>
                <a:ea typeface="Arial"/>
              </a:rPr>
              <a:t>Traffic Analysis Agent (preprocesses and extracts features from network traffic)</a:t>
            </a:r>
            <a:endParaRPr lang="en-US" sz="16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600" b="0" u="none" strike="noStrike">
                <a:solidFill>
                  <a:srgbClr val="000000"/>
                </a:solidFill>
                <a:effectLst/>
                <a:uFillTx/>
                <a:latin typeface="Arial"/>
                <a:ea typeface="Arial"/>
              </a:rPr>
              <a:t>Intrusion Classification Agent (predicts Normal/Attack and attack type)</a:t>
            </a:r>
            <a:endParaRPr lang="en-US" sz="16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600" b="0" u="none" strike="noStrike">
                <a:solidFill>
                  <a:srgbClr val="000000"/>
                </a:solidFill>
                <a:effectLst/>
                <a:uFillTx/>
                <a:latin typeface="Arial"/>
                <a:ea typeface="Arial"/>
              </a:rPr>
              <a:t>Alert &amp; Advisory Agent (flags high-risk detections and suggests response actions)</a:t>
            </a:r>
            <a:endParaRPr lang="en-US" sz="16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600" b="0" u="none" strike="noStrike">
                <a:solidFill>
                  <a:srgbClr val="000000"/>
                </a:solidFill>
                <a:effectLst/>
                <a:uFillTx/>
                <a:latin typeface="Arial"/>
                <a:ea typeface="Arial"/>
              </a:rPr>
              <a:t>Deployment Agent (serves the model via Flask/Streamlit on IBM Cloud Lite</a:t>
            </a:r>
            <a:endParaRPr lang="en-US" sz="16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600" b="0" u="none" strike="noStrike">
                <a:solidFill>
                  <a:srgbClr val="000000"/>
                </a:solidFill>
                <a:effectLst/>
                <a:uFillTx/>
                <a:latin typeface="Arial"/>
                <a:ea typeface="Arial"/>
              </a:rPr>
              <a:t>Visualization Dashboard – Show detection results, attack-type breakdown, and model confidence in real time</a:t>
            </a:r>
            <a:endParaRPr lang="en-US" sz="1600" b="0" u="none" strike="noStrike">
              <a:solidFill>
                <a:srgbClr val="000000"/>
              </a:solidFill>
              <a:effectLst/>
              <a:uFillTx/>
              <a:latin typeface="Arial"/>
            </a:endParaRPr>
          </a:p>
          <a:p>
            <a:pPr>
              <a:lnSpc>
                <a:spcPct val="100000"/>
              </a:lnSpc>
            </a:pPr>
            <a:endParaRPr lang="en-US" sz="1600" b="0" u="none" strike="noStrike">
              <a:solidFill>
                <a:srgbClr val="000000"/>
              </a:solidFill>
              <a:effectLst/>
              <a:uFillTx/>
              <a:latin typeface="Arial"/>
            </a:endParaRPr>
          </a:p>
          <a:p>
            <a:pPr>
              <a:lnSpc>
                <a:spcPct val="100000"/>
              </a:lnSpc>
            </a:pPr>
            <a:endParaRPr lang="en-US" sz="1600" b="0" u="none" strike="noStrike">
              <a:solidFill>
                <a:srgbClr val="000000"/>
              </a:solidFill>
              <a:effectLst/>
              <a:uFillTx/>
              <a:latin typeface="Arial"/>
            </a:endParaRPr>
          </a:p>
        </p:txBody>
      </p:sp>
      <p:sp>
        <p:nvSpPr>
          <p:cNvPr id="69" name="TextBox 2"/>
          <p:cNvSpPr/>
          <p:nvPr/>
        </p:nvSpPr>
        <p:spPr>
          <a:xfrm>
            <a:off x="576000" y="248040"/>
            <a:ext cx="7214400" cy="45612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2400" b="1" u="none" strike="noStrike">
                <a:solidFill>
                  <a:srgbClr val="000000"/>
                </a:solidFill>
                <a:effectLst/>
                <a:uFillTx/>
                <a:latin typeface="Arial"/>
                <a:ea typeface="Arial"/>
              </a:rPr>
              <a:t>Problem Statement -</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TextBox 1"/>
          <p:cNvSpPr/>
          <p:nvPr/>
        </p:nvSpPr>
        <p:spPr>
          <a:xfrm>
            <a:off x="576000" y="914400"/>
            <a:ext cx="11311200" cy="576072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endParaRPr lang="en-US" sz="1400" b="0" u="none" strike="noStrike">
              <a:solidFill>
                <a:srgbClr val="000000"/>
              </a:solidFill>
              <a:effectLst/>
              <a:uFillTx/>
              <a:latin typeface="Arial"/>
            </a:endParaRPr>
          </a:p>
          <a:p>
            <a:pPr>
              <a:lnSpc>
                <a:spcPct val="100000"/>
              </a:lnSpc>
            </a:pPr>
            <a:r>
              <a:rPr lang="en-US" sz="2800" b="1" u="none" strike="noStrike">
                <a:solidFill>
                  <a:srgbClr val="000000"/>
                </a:solidFill>
                <a:effectLst/>
                <a:uFillTx/>
                <a:latin typeface="Arial"/>
                <a:ea typeface="Arial"/>
              </a:rPr>
              <a:t>Proposed Solution: AI-Powered Nutrition Agent</a:t>
            </a:r>
            <a:endParaRPr lang="en-US" sz="2800" b="0" u="none" strike="noStrike">
              <a:solidFill>
                <a:srgbClr val="000000"/>
              </a:solidFill>
              <a:effectLst/>
              <a:uFillTx/>
              <a:latin typeface="Arial"/>
            </a:endParaRPr>
          </a:p>
          <a:p>
            <a:pPr>
              <a:lnSpc>
                <a:spcPct val="100000"/>
              </a:lnSpc>
              <a:spcBef>
                <a:spcPts val="1191"/>
              </a:spcBef>
              <a:spcAft>
                <a:spcPts val="992"/>
              </a:spcAft>
            </a:pPr>
            <a:r>
              <a:rPr lang="en-US" sz="2000" b="0" u="none" strike="noStrike">
                <a:solidFill>
                  <a:srgbClr val="000000"/>
                </a:solidFill>
                <a:effectLst/>
                <a:uFillTx/>
                <a:latin typeface="Arial"/>
                <a:ea typeface="Arial"/>
              </a:rPr>
              <a:t>The proposed solution is a multi-agent AI-powered Network Intrusion Detection Agent built using IBM Bob, IBM watsonx.ai, and Granite Models to provide real-time traffic classification and threat insights. The system addresses challenges in manual monitoring, delayed detection, and high false-positive rates through an intelligent, modular architecture. At its core, the solution uses a machine learning classification pipeline trained on the NSL-KDD dataset to detect and classify network traffic, enabling the system to identify Normal traffic versus Attack traffic and its sub-type using trained classification algorithms. The system consists of four key agents: the Traffic Analysis Agent, which preprocesses raw network traffic and extracts relevant features for classification; the Intrusion Classification Agent, which predicts whether traffic is Normal or an Attack (DoS, Probe, R2L, U2R) using the trained ML model; the Alert &amp; Advisory Agent, which flags high-risk detections and suggests appropriate response actions; and the Deployment Agent, which serves the model in real time via Flask/Streamlit hosted on IBM Cloud Lite. The solution includes a user-friendly dashboard (built with Streamlit or React) that visualizes traffic classification results, attack-type breakdown, and model confidence in real time. IBM Bob is used to orchestrate agent workflows, while watsonx.ai ensures scalable model deployment, monitoring, and AI governance, and Granite models power reasoning and alert generation.</a:t>
            </a:r>
            <a:endParaRPr lang="en-US" sz="2000" b="0" u="none" strike="noStrike">
              <a:solidFill>
                <a:srgbClr val="000000"/>
              </a:solidFill>
              <a:effectLst/>
              <a:uFillTx/>
              <a:latin typeface="Arial"/>
            </a:endParaRPr>
          </a:p>
        </p:txBody>
      </p:sp>
      <p:sp>
        <p:nvSpPr>
          <p:cNvPr id="71" name="TextBox 2"/>
          <p:cNvSpPr/>
          <p:nvPr/>
        </p:nvSpPr>
        <p:spPr>
          <a:xfrm>
            <a:off x="558000" y="243000"/>
            <a:ext cx="7214400" cy="45612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2400" b="1" u="none" strike="noStrike">
                <a:solidFill>
                  <a:srgbClr val="000000"/>
                </a:solidFill>
                <a:effectLst/>
                <a:uFillTx/>
                <a:latin typeface="Arial"/>
                <a:ea typeface="Arial"/>
              </a:rPr>
              <a:t>Proposed Solution -</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TextBox 1"/>
          <p:cNvSpPr/>
          <p:nvPr/>
        </p:nvSpPr>
        <p:spPr>
          <a:xfrm>
            <a:off x="777240" y="484560"/>
            <a:ext cx="7122960" cy="457560"/>
          </a:xfrm>
          <a:prstGeom prst="rect">
            <a:avLst/>
          </a:prstGeom>
          <a:noFill/>
          <a:ln w="0">
            <a:noFill/>
          </a:ln>
        </p:spPr>
        <p:style>
          <a:lnRef idx="0"/>
          <a:fillRef idx="0"/>
          <a:effectRef idx="0"/>
          <a:fontRef idx="minor"/>
        </p:style>
        <p:txBody>
          <a:bodyPr anchor="t">
            <a:spAutoFit/>
          </a:bodyPr>
          <a:p>
            <a:pPr>
              <a:lnSpc>
                <a:spcPct val="100000"/>
              </a:lnSpc>
            </a:pPr>
            <a:r>
              <a:rPr lang="en-US" sz="2400" b="1" u="none" strike="noStrike">
                <a:solidFill>
                  <a:srgbClr val="000000"/>
                </a:solidFill>
                <a:effectLst/>
                <a:uFillTx/>
                <a:latin typeface="Arial"/>
                <a:ea typeface="Arial"/>
              </a:rPr>
              <a:t>Technology Used</a:t>
            </a:r>
            <a:endParaRPr lang="en-US" sz="2400" b="0" u="none" strike="noStrike">
              <a:solidFill>
                <a:srgbClr val="000000"/>
              </a:solidFill>
              <a:effectLst/>
              <a:uFillTx/>
              <a:latin typeface="Arial"/>
            </a:endParaRPr>
          </a:p>
        </p:txBody>
      </p:sp>
      <p:sp>
        <p:nvSpPr>
          <p:cNvPr id="73" name="TextBox 2"/>
          <p:cNvSpPr/>
          <p:nvPr/>
        </p:nvSpPr>
        <p:spPr>
          <a:xfrm>
            <a:off x="777240" y="1207080"/>
            <a:ext cx="10515240" cy="5746680"/>
          </a:xfrm>
          <a:prstGeom prst="rect">
            <a:avLst/>
          </a:prstGeom>
          <a:noFill/>
          <a:ln w="0">
            <a:noFill/>
          </a:ln>
        </p:spPr>
        <p:style>
          <a:lnRef idx="0"/>
          <a:fillRef idx="0"/>
          <a:effectRef idx="0"/>
          <a:fontRef idx="minor"/>
        </p:style>
        <p:txBody>
          <a:bodyPr lIns="90000" tIns="45000" rIns="90000" bIns="45000" anchor="t">
            <a:spAutoFit/>
          </a:bodyPr>
          <a:p>
            <a:pPr marL="285840" indent="-285840">
              <a:lnSpc>
                <a:spcPct val="100000"/>
              </a:lnSpc>
              <a:buClr>
                <a:srgbClr val="000000"/>
              </a:buClr>
              <a:buFont typeface="Arial"/>
              <a:buChar char="•"/>
            </a:pPr>
            <a:endParaRPr lang="en-US" sz="1800" b="0" u="none" strike="noStrike">
              <a:solidFill>
                <a:srgbClr val="000000"/>
              </a:solidFill>
              <a:effectLst/>
              <a:uFillTx/>
              <a:latin typeface="Arial"/>
            </a:endParaRPr>
          </a:p>
          <a:p>
            <a:pPr marL="285840" indent="-285840">
              <a:lnSpc>
                <a:spcPct val="100000"/>
              </a:lnSpc>
              <a:spcBef>
                <a:spcPts val="1191"/>
              </a:spcBef>
              <a:spcAft>
                <a:spcPts val="992"/>
              </a:spcAft>
              <a:buClr>
                <a:srgbClr val="000000"/>
              </a:buClr>
              <a:buFont typeface="Arial"/>
              <a:buChar char="•"/>
            </a:pPr>
            <a:r>
              <a:rPr lang="en-US" sz="1800" b="1" u="none" strike="noStrike">
                <a:solidFill>
                  <a:srgbClr val="000000"/>
                </a:solidFill>
                <a:effectLst/>
                <a:uFillTx/>
                <a:latin typeface="Arial"/>
                <a:ea typeface="Arial"/>
              </a:rPr>
              <a:t>IBM Bob platform </a:t>
            </a:r>
            <a:r>
              <a:rPr lang="en-US" sz="1800" b="0" u="none" strike="noStrike">
                <a:solidFill>
                  <a:srgbClr val="000000"/>
                </a:solidFill>
                <a:effectLst/>
                <a:uFillTx/>
                <a:latin typeface="Arial"/>
                <a:ea typeface="Arial"/>
              </a:rPr>
              <a:t>- For designing and orchestrating multi-agent workflows visually</a:t>
            </a:r>
            <a:endParaRPr lang="en-US" sz="1800" b="0" u="none" strike="noStrike">
              <a:solidFill>
                <a:srgbClr val="000000"/>
              </a:solidFill>
              <a:effectLst/>
              <a:uFillTx/>
              <a:latin typeface="Arial"/>
            </a:endParaRPr>
          </a:p>
          <a:p>
            <a:pPr marL="285840" indent="-285840">
              <a:lnSpc>
                <a:spcPct val="100000"/>
              </a:lnSpc>
              <a:spcBef>
                <a:spcPts val="1191"/>
              </a:spcBef>
              <a:spcAft>
                <a:spcPts val="992"/>
              </a:spcAft>
              <a:buClr>
                <a:srgbClr val="000000"/>
              </a:buClr>
              <a:buFont typeface="Arial"/>
              <a:buChar char="•"/>
            </a:pPr>
            <a:r>
              <a:rPr lang="en-US" sz="1800" b="1" u="none" strike="noStrike">
                <a:solidFill>
                  <a:srgbClr val="000000"/>
                </a:solidFill>
                <a:effectLst/>
                <a:uFillTx/>
                <a:latin typeface="Arial"/>
                <a:ea typeface="Arial"/>
              </a:rPr>
              <a:t>IBM Granite model</a:t>
            </a:r>
            <a:r>
              <a:rPr lang="en-US" sz="1800" b="0" u="none" strike="noStrike">
                <a:solidFill>
                  <a:srgbClr val="000000"/>
                </a:solidFill>
                <a:effectLst/>
                <a:uFillTx/>
                <a:latin typeface="Arial"/>
                <a:ea typeface="Arial"/>
              </a:rPr>
              <a:t> - for eg – ibm-granite-3-2-8b – For natural language understanding, reasoning, and generating alert summaries</a:t>
            </a:r>
            <a:endParaRPr lang="en-US" sz="1800" b="0" u="none" strike="noStrike">
              <a:solidFill>
                <a:srgbClr val="000000"/>
              </a:solidFill>
              <a:effectLst/>
              <a:uFillTx/>
              <a:latin typeface="Arial"/>
            </a:endParaRPr>
          </a:p>
          <a:p>
            <a:pPr marL="285840" indent="-285840">
              <a:lnSpc>
                <a:spcPct val="100000"/>
              </a:lnSpc>
              <a:spcBef>
                <a:spcPts val="1191"/>
              </a:spcBef>
              <a:spcAft>
                <a:spcPts val="992"/>
              </a:spcAft>
              <a:buClr>
                <a:srgbClr val="000000"/>
              </a:buClr>
              <a:buFont typeface="Arial"/>
              <a:buChar char="•"/>
            </a:pPr>
            <a:r>
              <a:rPr lang="en-US" sz="1800" b="1" u="none" strike="noStrike">
                <a:solidFill>
                  <a:srgbClr val="000000"/>
                </a:solidFill>
                <a:effectLst/>
                <a:uFillTx/>
                <a:latin typeface="Arial"/>
                <a:ea typeface="Arial"/>
              </a:rPr>
              <a:t>IBM Cloud</a:t>
            </a:r>
            <a:r>
              <a:rPr lang="en-US" sz="1800" b="0" u="none" strike="noStrike">
                <a:solidFill>
                  <a:srgbClr val="000000"/>
                </a:solidFill>
                <a:effectLst/>
                <a:uFillTx/>
                <a:latin typeface="Arial"/>
                <a:ea typeface="Arial"/>
              </a:rPr>
              <a:t> – It provides the infrastructure to build, deploy, and scale the Intrusion Detection Agent efficiently. IBM Cloud enables a reliable, secure, and scalable environment for deploying the model.</a:t>
            </a:r>
            <a:endParaRPr lang="en-US" sz="1800" b="0" u="none" strike="noStrike">
              <a:solidFill>
                <a:srgbClr val="000000"/>
              </a:solidFill>
              <a:effectLst/>
              <a:uFillTx/>
              <a:latin typeface="Arial"/>
            </a:endParaRPr>
          </a:p>
          <a:p>
            <a:pPr marL="285840" indent="-285840">
              <a:lnSpc>
                <a:spcPct val="100000"/>
              </a:lnSpc>
              <a:spcBef>
                <a:spcPts val="1191"/>
              </a:spcBef>
              <a:spcAft>
                <a:spcPts val="992"/>
              </a:spcAft>
              <a:buClr>
                <a:srgbClr val="000000"/>
              </a:buClr>
              <a:buFont typeface="Arial"/>
              <a:buChar char="•"/>
            </a:pPr>
            <a:r>
              <a:rPr lang="en-US" sz="1800" b="1" u="none" strike="noStrike">
                <a:solidFill>
                  <a:srgbClr val="000000"/>
                </a:solidFill>
                <a:effectLst/>
                <a:uFillTx/>
                <a:latin typeface="Arial"/>
                <a:ea typeface="Arial"/>
              </a:rPr>
              <a:t>ML Classification Pipeline</a:t>
            </a:r>
            <a:r>
              <a:rPr lang="en-US" sz="1800" b="0" u="none" strike="noStrike">
                <a:solidFill>
                  <a:srgbClr val="000000"/>
                </a:solidFill>
                <a:effectLst/>
                <a:uFillTx/>
                <a:latin typeface="Arial"/>
                <a:ea typeface="Arial"/>
              </a:rPr>
              <a:t> – Trained model (Random Forest/similar) on the NSL-KDD dataset to classify traffic as Normal or Attack, making the detection agent accurate and effective.</a:t>
            </a:r>
            <a:endParaRPr lang="en-US" sz="1800" b="0" u="none" strike="noStrike">
              <a:solidFill>
                <a:srgbClr val="000000"/>
              </a:solidFill>
              <a:effectLst/>
              <a:uFillTx/>
              <a:latin typeface="Arial"/>
            </a:endParaRPr>
          </a:p>
          <a:p>
            <a:pPr marL="285840" indent="-285840">
              <a:lnSpc>
                <a:spcPct val="100000"/>
              </a:lnSpc>
              <a:spcBef>
                <a:spcPts val="1191"/>
              </a:spcBef>
              <a:spcAft>
                <a:spcPts val="992"/>
              </a:spcAft>
              <a:buClr>
                <a:srgbClr val="000000"/>
              </a:buClr>
              <a:buFont typeface="Arial"/>
              <a:buChar char="•"/>
            </a:pPr>
            <a:r>
              <a:rPr lang="en-US" sz="1800" b="1" u="none" strike="noStrike">
                <a:solidFill>
                  <a:srgbClr val="000000"/>
                </a:solidFill>
                <a:effectLst/>
                <a:uFillTx/>
                <a:latin typeface="Arial"/>
                <a:ea typeface="Arial"/>
              </a:rPr>
              <a:t>IBM Watsonx.a</a:t>
            </a:r>
            <a:r>
              <a:rPr lang="en-US" sz="1800" b="0" u="none" strike="noStrike">
                <a:solidFill>
                  <a:srgbClr val="000000"/>
                </a:solidFill>
                <a:effectLst/>
                <a:uFillTx/>
                <a:latin typeface="Arial"/>
                <a:ea typeface="Arial"/>
              </a:rPr>
              <a:t>i - For model deployment, monitoring, and AI governance</a:t>
            </a:r>
            <a:endParaRPr lang="en-US" sz="1800" b="0" u="none" strike="noStrike">
              <a:solidFill>
                <a:srgbClr val="000000"/>
              </a:solidFill>
              <a:effectLst/>
              <a:uFillTx/>
              <a:latin typeface="Arial"/>
            </a:endParaRPr>
          </a:p>
          <a:p>
            <a:pPr marL="285840" indent="-285840">
              <a:lnSpc>
                <a:spcPct val="100000"/>
              </a:lnSpc>
              <a:spcBef>
                <a:spcPts val="1191"/>
              </a:spcBef>
              <a:spcAft>
                <a:spcPts val="992"/>
              </a:spcAft>
              <a:buClr>
                <a:srgbClr val="000000"/>
              </a:buClr>
              <a:buFont typeface="Arial"/>
              <a:buChar char="•"/>
            </a:pPr>
            <a:r>
              <a:rPr lang="en-US" sz="1800" b="1" u="none" strike="noStrike">
                <a:solidFill>
                  <a:srgbClr val="000000"/>
                </a:solidFill>
                <a:effectLst/>
                <a:uFillTx/>
                <a:latin typeface="Arial"/>
                <a:ea typeface="Arial"/>
              </a:rPr>
              <a:t>Flask/Streamlit</a:t>
            </a:r>
            <a:r>
              <a:rPr lang="en-US" sz="1800" b="0" u="none" strike="noStrike">
                <a:solidFill>
                  <a:srgbClr val="000000"/>
                </a:solidFill>
                <a:effectLst/>
                <a:uFillTx/>
                <a:latin typeface="Arial"/>
                <a:ea typeface="Arial"/>
              </a:rPr>
              <a:t> – For building the real-time interface where traffic data is uploaded and classification results are displayed</a:t>
            </a: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a:p>
            <a:pPr>
              <a:lnSpc>
                <a:spcPct val="100000"/>
              </a:lnSpc>
            </a:pP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Google Shape;135;p5"/>
          <p:cNvSpPr/>
          <p:nvPr/>
        </p:nvSpPr>
        <p:spPr>
          <a:xfrm>
            <a:off x="537480" y="323280"/>
            <a:ext cx="5908680" cy="44820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US" sz="2400" b="1" u="none" strike="noStrike">
                <a:solidFill>
                  <a:srgbClr val="000000"/>
                </a:solidFill>
                <a:effectLst/>
                <a:uFillTx/>
                <a:latin typeface="Arial"/>
                <a:ea typeface="Arial"/>
              </a:rPr>
              <a:t>Required Files created using IBM bob -</a:t>
            </a:r>
            <a:endParaRPr lang="en-US" sz="2400" b="0" u="none" strike="noStrike">
              <a:solidFill>
                <a:srgbClr val="000000"/>
              </a:solidFill>
              <a:effectLst/>
              <a:uFillTx/>
              <a:latin typeface="Arial"/>
            </a:endParaRPr>
          </a:p>
        </p:txBody>
      </p:sp>
      <p:sp>
        <p:nvSpPr>
          <p:cNvPr id="75" name="Google Shape;148;p5"/>
          <p:cNvSpPr/>
          <p:nvPr/>
        </p:nvSpPr>
        <p:spPr>
          <a:xfrm>
            <a:off x="2264400" y="6784560"/>
            <a:ext cx="2140560" cy="223920"/>
          </a:xfrm>
          <a:prstGeom prst="rect">
            <a:avLst/>
          </a:prstGeom>
          <a:noFill/>
          <a:ln w="0">
            <a:noFill/>
          </a:ln>
        </p:spPr>
        <p:style>
          <a:lnRef idx="0"/>
          <a:fillRef idx="0"/>
          <a:effectRef idx="0"/>
          <a:fontRef idx="minor"/>
        </p:style>
        <p:txBody>
          <a:bodyPr lIns="0" tIns="0" rIns="0" bIns="0" anchor="t">
            <a:noAutofit/>
          </a:bodyPr>
          <a:p>
            <a:endParaRPr lang="en-US" sz="1600" b="0" u="none" strike="noStrike">
              <a:solidFill>
                <a:srgbClr val="000000"/>
              </a:solidFill>
              <a:effectLst/>
              <a:uFillTx/>
              <a:latin typeface="Times New Roman"/>
            </a:endParaRPr>
          </a:p>
        </p:txBody>
      </p:sp>
      <p:sp>
        <p:nvSpPr>
          <p:cNvPr id="76" name="Google Shape;149;p5"/>
          <p:cNvSpPr/>
          <p:nvPr/>
        </p:nvSpPr>
        <p:spPr>
          <a:xfrm>
            <a:off x="1782720" y="7100280"/>
            <a:ext cx="3103920" cy="731520"/>
          </a:xfrm>
          <a:prstGeom prst="rect">
            <a:avLst/>
          </a:prstGeom>
          <a:noFill/>
          <a:ln w="0">
            <a:noFill/>
          </a:ln>
        </p:spPr>
        <p:style>
          <a:lnRef idx="0"/>
          <a:fillRef idx="0"/>
          <a:effectRef idx="0"/>
          <a:fontRef idx="minor"/>
        </p:style>
        <p:txBody>
          <a:bodyPr lIns="0" tIns="0" rIns="0" bIns="0" anchor="t">
            <a:noAutofit/>
          </a:bodyPr>
          <a:p>
            <a:endParaRPr lang="en-US" sz="1600" b="0" u="none" strike="noStrike">
              <a:solidFill>
                <a:srgbClr val="000000"/>
              </a:solidFill>
              <a:effectLst/>
              <a:uFillTx/>
              <a:latin typeface="Times New Roman"/>
            </a:endParaRPr>
          </a:p>
        </p:txBody>
      </p:sp>
      <p:sp>
        <p:nvSpPr>
          <p:cNvPr id="77" name="Google Shape;150;p5"/>
          <p:cNvSpPr/>
          <p:nvPr/>
        </p:nvSpPr>
        <p:spPr>
          <a:xfrm>
            <a:off x="5732280" y="6784560"/>
            <a:ext cx="1793520" cy="223920"/>
          </a:xfrm>
          <a:prstGeom prst="rect">
            <a:avLst/>
          </a:prstGeom>
          <a:noFill/>
          <a:ln w="0">
            <a:noFill/>
          </a:ln>
        </p:spPr>
        <p:style>
          <a:lnRef idx="0"/>
          <a:fillRef idx="0"/>
          <a:effectRef idx="0"/>
          <a:fontRef idx="minor"/>
        </p:style>
        <p:txBody>
          <a:bodyPr lIns="0" tIns="0" rIns="0" bIns="0" anchor="t">
            <a:noAutofit/>
          </a:bodyPr>
          <a:p>
            <a:endParaRPr lang="en-US" sz="1600" b="0" u="none" strike="noStrike">
              <a:solidFill>
                <a:srgbClr val="000000"/>
              </a:solidFill>
              <a:effectLst/>
              <a:uFillTx/>
              <a:latin typeface="Times New Roman"/>
            </a:endParaRPr>
          </a:p>
        </p:txBody>
      </p:sp>
      <p:sp>
        <p:nvSpPr>
          <p:cNvPr id="78" name="Google Shape;151;p5"/>
          <p:cNvSpPr/>
          <p:nvPr/>
        </p:nvSpPr>
        <p:spPr>
          <a:xfrm>
            <a:off x="5077440" y="7100280"/>
            <a:ext cx="3103920" cy="731520"/>
          </a:xfrm>
          <a:prstGeom prst="rect">
            <a:avLst/>
          </a:prstGeom>
          <a:noFill/>
          <a:ln w="0">
            <a:noFill/>
          </a:ln>
        </p:spPr>
        <p:style>
          <a:lnRef idx="0"/>
          <a:fillRef idx="0"/>
          <a:effectRef idx="0"/>
          <a:fontRef idx="minor"/>
        </p:style>
        <p:txBody>
          <a:bodyPr lIns="0" tIns="0" rIns="0" bIns="0" anchor="t">
            <a:noAutofit/>
          </a:bodyPr>
          <a:p>
            <a:endParaRPr lang="en-US" sz="1600" b="0" u="none" strike="noStrike">
              <a:solidFill>
                <a:srgbClr val="000000"/>
              </a:solidFill>
              <a:effectLst/>
              <a:uFillTx/>
              <a:latin typeface="Times New Roman"/>
            </a:endParaRPr>
          </a:p>
        </p:txBody>
      </p:sp>
      <p:sp>
        <p:nvSpPr>
          <p:cNvPr id="79" name="Google Shape;152;p5"/>
          <p:cNvSpPr/>
          <p:nvPr/>
        </p:nvSpPr>
        <p:spPr>
          <a:xfrm>
            <a:off x="9027000" y="6784560"/>
            <a:ext cx="1793520" cy="223920"/>
          </a:xfrm>
          <a:prstGeom prst="rect">
            <a:avLst/>
          </a:prstGeom>
          <a:noFill/>
          <a:ln w="0">
            <a:noFill/>
          </a:ln>
        </p:spPr>
        <p:style>
          <a:lnRef idx="0"/>
          <a:fillRef idx="0"/>
          <a:effectRef idx="0"/>
          <a:fontRef idx="minor"/>
        </p:style>
        <p:txBody>
          <a:bodyPr lIns="0" tIns="0" rIns="0" bIns="0" anchor="t">
            <a:noAutofit/>
          </a:bodyPr>
          <a:p>
            <a:endParaRPr lang="en-US" sz="1600" b="0" u="none" strike="noStrike">
              <a:solidFill>
                <a:srgbClr val="000000"/>
              </a:solidFill>
              <a:effectLst/>
              <a:uFillTx/>
              <a:latin typeface="Times New Roman"/>
            </a:endParaRPr>
          </a:p>
        </p:txBody>
      </p:sp>
      <p:sp>
        <p:nvSpPr>
          <p:cNvPr id="80" name="Google Shape;153;p5"/>
          <p:cNvSpPr/>
          <p:nvPr/>
        </p:nvSpPr>
        <p:spPr>
          <a:xfrm>
            <a:off x="8372160" y="7100280"/>
            <a:ext cx="3103920" cy="731520"/>
          </a:xfrm>
          <a:prstGeom prst="rect">
            <a:avLst/>
          </a:prstGeom>
          <a:noFill/>
          <a:ln w="0">
            <a:noFill/>
          </a:ln>
        </p:spPr>
        <p:style>
          <a:lnRef idx="0"/>
          <a:fillRef idx="0"/>
          <a:effectRef idx="0"/>
          <a:fontRef idx="minor"/>
        </p:style>
        <p:txBody>
          <a:bodyPr lIns="0" tIns="0" rIns="0" bIns="0" anchor="t">
            <a:noAutofit/>
          </a:bodyPr>
          <a:p>
            <a:endParaRPr lang="en-US" sz="1600" b="0" u="none" strike="noStrike">
              <a:solidFill>
                <a:srgbClr val="000000"/>
              </a:solidFill>
              <a:effectLst/>
              <a:uFillTx/>
              <a:latin typeface="Times New Roman"/>
            </a:endParaRPr>
          </a:p>
        </p:txBody>
      </p:sp>
      <p:pic>
        <p:nvPicPr>
          <p:cNvPr id="81" name=""/>
          <p:cNvPicPr/>
          <p:nvPr/>
        </p:nvPicPr>
        <p:blipFill>
          <a:blip r:embed="rId1"/>
          <a:stretch/>
        </p:blipFill>
        <p:spPr>
          <a:xfrm>
            <a:off x="390600" y="700920"/>
            <a:ext cx="11039400" cy="592848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Google Shape;135;p5"/>
          <p:cNvSpPr/>
          <p:nvPr/>
        </p:nvSpPr>
        <p:spPr>
          <a:xfrm>
            <a:off x="537480" y="323280"/>
            <a:ext cx="5908680" cy="448200"/>
          </a:xfrm>
          <a:prstGeom prst="rect">
            <a:avLst/>
          </a:prstGeom>
          <a:noFill/>
          <a:ln w="0">
            <a:noFill/>
          </a:ln>
        </p:spPr>
        <p:style>
          <a:lnRef idx="0"/>
          <a:fillRef idx="0"/>
          <a:effectRef idx="0"/>
          <a:fontRef idx="minor"/>
        </p:style>
        <p:txBody>
          <a:bodyPr lIns="0" tIns="0" rIns="0" bIns="0" anchor="t">
            <a:noAutofit/>
          </a:bodyPr>
          <a:p>
            <a:pPr>
              <a:lnSpc>
                <a:spcPct val="100000"/>
              </a:lnSpc>
              <a:tabLst>
                <a:tab pos="0" algn="l"/>
              </a:tabLst>
            </a:pPr>
            <a:r>
              <a:rPr lang="en-US" sz="3500" b="1" u="none" strike="noStrike">
                <a:solidFill>
                  <a:srgbClr val="051D3A"/>
                </a:solidFill>
                <a:effectLst/>
                <a:uFillTx/>
                <a:latin typeface="Times New Roman"/>
                <a:ea typeface="Times New Roman"/>
              </a:rPr>
              <a:t> </a:t>
            </a:r>
            <a:r>
              <a:rPr lang="en-US" sz="2400" b="1" u="none" strike="noStrike">
                <a:solidFill>
                  <a:srgbClr val="051D3A"/>
                </a:solidFill>
                <a:effectLst/>
                <a:uFillTx/>
                <a:latin typeface="Times New Roman"/>
                <a:ea typeface="Times New Roman"/>
              </a:rPr>
              <a:t>IBM Bob Screenshots:</a:t>
            </a:r>
            <a:endParaRPr lang="en-US" sz="2400" b="0" u="none" strike="noStrike">
              <a:solidFill>
                <a:srgbClr val="000000"/>
              </a:solidFill>
              <a:effectLst/>
              <a:uFillTx/>
              <a:latin typeface="Arial"/>
            </a:endParaRPr>
          </a:p>
        </p:txBody>
      </p:sp>
      <p:pic>
        <p:nvPicPr>
          <p:cNvPr id="83" name="Picture 3"/>
          <p:cNvPicPr/>
          <p:nvPr/>
        </p:nvPicPr>
        <p:blipFill>
          <a:blip r:embed="rId1"/>
          <a:stretch/>
        </p:blipFill>
        <p:spPr>
          <a:xfrm>
            <a:off x="1070280" y="862200"/>
            <a:ext cx="10051560" cy="531900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4" name=""/>
          <p:cNvPicPr/>
          <p:nvPr/>
        </p:nvPicPr>
        <p:blipFill>
          <a:blip r:embed="rId1"/>
          <a:stretch/>
        </p:blipFill>
        <p:spPr>
          <a:xfrm>
            <a:off x="457200" y="408960"/>
            <a:ext cx="11430000" cy="613440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Google Shape;135;p5"/>
          <p:cNvSpPr/>
          <p:nvPr/>
        </p:nvSpPr>
        <p:spPr>
          <a:xfrm>
            <a:off x="537480" y="323280"/>
            <a:ext cx="5908680" cy="4482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400" b="1" u="none" strike="noStrike">
                <a:solidFill>
                  <a:schemeClr val="dk1"/>
                </a:solidFill>
                <a:effectLst/>
                <a:uFillTx/>
                <a:latin typeface="Calibri"/>
                <a:ea typeface="Calibri"/>
              </a:rPr>
              <a:t>Architecture blueprint for IBM bob:</a:t>
            </a:r>
            <a:endParaRPr lang="en-US" sz="2400" b="0" u="none" strike="noStrike">
              <a:solidFill>
                <a:srgbClr val="000000"/>
              </a:solidFill>
              <a:effectLst/>
              <a:uFillTx/>
              <a:latin typeface="Arial"/>
            </a:endParaRPr>
          </a:p>
        </p:txBody>
      </p:sp>
      <p:pic>
        <p:nvPicPr>
          <p:cNvPr id="86" name=""/>
          <p:cNvPicPr/>
          <p:nvPr/>
        </p:nvPicPr>
        <p:blipFill>
          <a:blip r:embed="rId1"/>
          <a:stretch/>
        </p:blipFill>
        <p:spPr>
          <a:xfrm>
            <a:off x="2057400" y="914400"/>
            <a:ext cx="7086600" cy="589860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7" name="Google Shape;196;p9"/>
          <p:cNvPicPr/>
          <p:nvPr/>
        </p:nvPicPr>
        <p:blipFill>
          <a:blip r:embed="rId1"/>
          <a:stretch/>
        </p:blipFill>
        <p:spPr>
          <a:xfrm>
            <a:off x="8372160" y="1167480"/>
            <a:ext cx="3015000" cy="4522680"/>
          </a:xfrm>
          <a:prstGeom prst="rect">
            <a:avLst/>
          </a:prstGeom>
          <a:noFill/>
          <a:ln w="0">
            <a:noFill/>
          </a:ln>
        </p:spPr>
      </p:pic>
      <p:sp>
        <p:nvSpPr>
          <p:cNvPr id="88" name="TextBox 1"/>
          <p:cNvSpPr/>
          <p:nvPr/>
        </p:nvSpPr>
        <p:spPr>
          <a:xfrm>
            <a:off x="475560" y="283320"/>
            <a:ext cx="9317520" cy="5781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3200" b="1" u="none" strike="noStrike">
                <a:solidFill>
                  <a:srgbClr val="000000"/>
                </a:solidFill>
                <a:effectLst/>
                <a:uFillTx/>
                <a:latin typeface="Arial"/>
                <a:ea typeface="Arial"/>
              </a:rPr>
              <a:t>Role of Agentic AI in the solution </a:t>
            </a:r>
            <a:endParaRPr lang="en-US" sz="3200" b="0" u="none" strike="noStrike">
              <a:solidFill>
                <a:srgbClr val="000000"/>
              </a:solidFill>
              <a:effectLst/>
              <a:uFillTx/>
              <a:latin typeface="Arial"/>
            </a:endParaRPr>
          </a:p>
        </p:txBody>
      </p:sp>
      <p:sp>
        <p:nvSpPr>
          <p:cNvPr id="89" name="TextBox 2"/>
          <p:cNvSpPr/>
          <p:nvPr/>
        </p:nvSpPr>
        <p:spPr>
          <a:xfrm>
            <a:off x="594720" y="914400"/>
            <a:ext cx="7406280" cy="6069600"/>
          </a:xfrm>
          <a:prstGeom prst="rect">
            <a:avLst/>
          </a:prstGeom>
          <a:noFill/>
          <a:ln w="0">
            <a:noFill/>
          </a:ln>
        </p:spPr>
        <p:style>
          <a:lnRef idx="0"/>
          <a:fillRef idx="0"/>
          <a:effectRef idx="0"/>
          <a:fontRef idx="minor"/>
        </p:style>
        <p:txBody>
          <a:bodyPr lIns="90000" tIns="45000" rIns="90000" bIns="45000" anchor="t">
            <a:spAutoFit/>
          </a:bodyPr>
          <a:p>
            <a:pPr>
              <a:lnSpc>
                <a:spcPct val="100000"/>
              </a:lnSpc>
              <a:spcBef>
                <a:spcPts val="1191"/>
              </a:spcBef>
              <a:spcAft>
                <a:spcPts val="992"/>
              </a:spcAft>
            </a:pPr>
            <a:r>
              <a:rPr lang="en-US" sz="2000" b="0" u="none" strike="noStrike">
                <a:solidFill>
                  <a:srgbClr val="000000"/>
                </a:solidFill>
                <a:effectLst/>
                <a:uFillTx/>
                <a:latin typeface="Arial"/>
                <a:ea typeface="Arial"/>
              </a:rPr>
              <a:t>Agentic AI enables the Intrusion Detection system to function as an intelligent, autonomous system rather than a simple classifier. Using IBM watsonx.ai and IBM Granite models, it coordinates multiple specialized agents to deliver real-time threat detection and response guidance. Each agent performs a specific role — such as extracting traffic features, classifying attack types, and generating alerts — while working collaboratively, and this multi-agent approach ensures efficient task execution and accurate results. Agentic AI also brings context awareness, understanding traffic patterns like protocol type, connection duration, and byte counts to generate accurate classifications, and it supports real-time adaptation by continuously updating detection decisions based on incoming traffic data. Additionally, agents communicate with each other, enabling better decision-making and improved outcomes. Overall, Agentic AI makes the system proactive, autonomous, and threat-driven, acting like a smart digital security analyst that helps protect networks from intrusions in real time.</a:t>
            </a:r>
            <a:endParaRPr lang="en-US" sz="2000" b="0" u="none" strike="noStrike">
              <a:solidFill>
                <a:srgbClr val="000000"/>
              </a:solidFill>
              <a:effectLst/>
              <a:uFillTx/>
              <a:latin typeface="Arial"/>
            </a:endParaRPr>
          </a:p>
          <a:p>
            <a:pPr>
              <a:lnSpc>
                <a:spcPct val="100000"/>
              </a:lnSpc>
              <a:spcBef>
                <a:spcPts val="1191"/>
              </a:spcBef>
              <a:spcAft>
                <a:spcPts val="992"/>
              </a:spcAft>
            </a:pP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Google Shape;278;p18"/>
          <p:cNvSpPr/>
          <p:nvPr/>
        </p:nvSpPr>
        <p:spPr>
          <a:xfrm>
            <a:off x="793080" y="341640"/>
            <a:ext cx="6444000" cy="703800"/>
          </a:xfrm>
          <a:prstGeom prst="rect">
            <a:avLst/>
          </a:prstGeom>
          <a:noFill/>
          <a:ln w="0">
            <a:noFill/>
          </a:ln>
        </p:spPr>
        <p:style>
          <a:lnRef idx="0"/>
          <a:fillRef idx="0"/>
          <a:effectRef idx="0"/>
          <a:fontRef idx="minor"/>
        </p:style>
        <p:txBody>
          <a:bodyPr lIns="0" tIns="0" rIns="0" bIns="0" anchor="t">
            <a:noAutofit/>
          </a:bodyPr>
          <a:p>
            <a:pPr>
              <a:lnSpc>
                <a:spcPct val="157000"/>
              </a:lnSpc>
            </a:pPr>
            <a:r>
              <a:rPr lang="en-US" sz="2400" b="1" u="none" strike="noStrike">
                <a:solidFill>
                  <a:srgbClr val="000000"/>
                </a:solidFill>
                <a:effectLst/>
                <a:uFillTx/>
                <a:latin typeface="Arial"/>
                <a:ea typeface="Arial"/>
              </a:rPr>
              <a:t>Token Usage </a:t>
            </a:r>
            <a:endParaRPr lang="en-US" sz="2400" b="0" u="none" strike="noStrike">
              <a:solidFill>
                <a:srgbClr val="000000"/>
              </a:solidFill>
              <a:effectLst/>
              <a:uFillTx/>
              <a:latin typeface="Arial"/>
            </a:endParaRPr>
          </a:p>
        </p:txBody>
      </p:sp>
      <p:sp>
        <p:nvSpPr>
          <p:cNvPr id="91" name="Google Shape;280;p18"/>
          <p:cNvSpPr/>
          <p:nvPr/>
        </p:nvSpPr>
        <p:spPr>
          <a:xfrm>
            <a:off x="1218600" y="3360240"/>
            <a:ext cx="7468200" cy="76572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a:t>
            </a:r>
            <a:endParaRPr lang="en-US" sz="1850" b="0" u="none" strike="noStrike">
              <a:solidFill>
                <a:srgbClr val="000000"/>
              </a:solidFill>
              <a:effectLst/>
              <a:uFillTx/>
              <a:latin typeface="Arial"/>
            </a:endParaRPr>
          </a:p>
        </p:txBody>
      </p:sp>
      <p:sp>
        <p:nvSpPr>
          <p:cNvPr id="92" name="Google Shape;281;p18"/>
          <p:cNvSpPr/>
          <p:nvPr/>
        </p:nvSpPr>
        <p:spPr>
          <a:xfrm>
            <a:off x="1218600" y="4395600"/>
            <a:ext cx="7468200" cy="76572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a:t>
            </a:r>
            <a:endParaRPr lang="en-US" sz="1850" b="0" u="none" strike="noStrike">
              <a:solidFill>
                <a:srgbClr val="000000"/>
              </a:solidFill>
              <a:effectLst/>
              <a:uFillTx/>
              <a:latin typeface="Arial"/>
            </a:endParaRPr>
          </a:p>
        </p:txBody>
      </p:sp>
      <p:sp>
        <p:nvSpPr>
          <p:cNvPr id="93" name="Google Shape;282;p18"/>
          <p:cNvSpPr/>
          <p:nvPr/>
        </p:nvSpPr>
        <p:spPr>
          <a:xfrm>
            <a:off x="1218600" y="5430600"/>
            <a:ext cx="7468200" cy="38268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a:t>
            </a:r>
            <a:endParaRPr lang="en-US" sz="1850" b="0" u="none" strike="noStrike">
              <a:solidFill>
                <a:srgbClr val="000000"/>
              </a:solidFill>
              <a:effectLst/>
              <a:uFillTx/>
              <a:latin typeface="Arial"/>
            </a:endParaRPr>
          </a:p>
        </p:txBody>
      </p:sp>
      <p:sp>
        <p:nvSpPr>
          <p:cNvPr id="94" name="TextBox 4"/>
          <p:cNvSpPr/>
          <p:nvPr/>
        </p:nvSpPr>
        <p:spPr>
          <a:xfrm>
            <a:off x="897480" y="1042200"/>
            <a:ext cx="4370760" cy="305280"/>
          </a:xfrm>
          <a:prstGeom prst="rect">
            <a:avLst/>
          </a:prstGeom>
          <a:noFill/>
          <a:ln w="0">
            <a:noFill/>
          </a:ln>
        </p:spPr>
        <p:style>
          <a:lnRef idx="0"/>
          <a:fillRef idx="0"/>
          <a:effectRef idx="0"/>
          <a:fontRef idx="minor"/>
        </p:style>
        <p:txBody>
          <a:bodyPr numCol="1" spcCol="0" anchor="t">
            <a:spAutoFit/>
          </a:bodyPr>
          <a:p>
            <a:pPr>
              <a:lnSpc>
                <a:spcPct val="100000"/>
              </a:lnSpc>
            </a:pPr>
            <a:r>
              <a:rPr lang="en-US" sz="1400" b="0" u="none" strike="noStrike">
                <a:solidFill>
                  <a:srgbClr val="000000"/>
                </a:solidFill>
                <a:effectLst/>
                <a:uFillTx/>
                <a:latin typeface="Arial"/>
                <a:ea typeface="Arial"/>
              </a:rPr>
              <a:t>11,761 token are used</a:t>
            </a:r>
            <a:endParaRPr lang="en-US" sz="1400" b="0" u="none" strike="noStrike">
              <a:solidFill>
                <a:srgbClr val="000000"/>
              </a:solidFill>
              <a:effectLst/>
              <a:uFillTx/>
              <a:latin typeface="Arial"/>
            </a:endParaRPr>
          </a:p>
        </p:txBody>
      </p:sp>
      <p:sp>
        <p:nvSpPr>
          <p:cNvPr id="95" name="TextBox 13"/>
          <p:cNvSpPr/>
          <p:nvPr/>
        </p:nvSpPr>
        <p:spPr>
          <a:xfrm>
            <a:off x="1278720" y="1717920"/>
            <a:ext cx="2742840" cy="396720"/>
          </a:xfrm>
          <a:prstGeom prst="rect">
            <a:avLst/>
          </a:prstGeom>
          <a:noFill/>
          <a:ln w="0">
            <a:noFill/>
          </a:ln>
        </p:spPr>
        <p:style>
          <a:lnRef idx="0"/>
          <a:fillRef idx="0"/>
          <a:effectRef idx="0"/>
          <a:fontRef idx="minor"/>
        </p:style>
        <p:txBody>
          <a:bodyPr numCol="1" spcCol="0" anchor="t">
            <a:spAutoFit/>
          </a:bodyPr>
          <a:p>
            <a:pPr>
              <a:lnSpc>
                <a:spcPct val="100000"/>
              </a:lnSpc>
            </a:pPr>
            <a:r>
              <a:rPr lang="en-US" sz="2000" b="0" u="sng" strike="noStrike">
                <a:solidFill>
                  <a:srgbClr val="000000"/>
                </a:solidFill>
                <a:effectLst/>
                <a:uFillTx/>
                <a:latin typeface="Arial"/>
                <a:ea typeface="Arial"/>
              </a:rPr>
              <a:t>Before Prompt</a:t>
            </a:r>
            <a:endParaRPr lang="en-US" sz="2000" b="0" u="none" strike="noStrike">
              <a:solidFill>
                <a:srgbClr val="000000"/>
              </a:solidFill>
              <a:effectLst/>
              <a:uFillTx/>
              <a:latin typeface="Arial"/>
            </a:endParaRPr>
          </a:p>
        </p:txBody>
      </p:sp>
      <p:sp>
        <p:nvSpPr>
          <p:cNvPr id="96" name="TextBox 14"/>
          <p:cNvSpPr/>
          <p:nvPr/>
        </p:nvSpPr>
        <p:spPr>
          <a:xfrm>
            <a:off x="7106760" y="1722960"/>
            <a:ext cx="2742840" cy="396720"/>
          </a:xfrm>
          <a:prstGeom prst="rect">
            <a:avLst/>
          </a:prstGeom>
          <a:noFill/>
          <a:ln w="0">
            <a:noFill/>
          </a:ln>
        </p:spPr>
        <p:style>
          <a:lnRef idx="0"/>
          <a:fillRef idx="0"/>
          <a:effectRef idx="0"/>
          <a:fontRef idx="minor"/>
        </p:style>
        <p:txBody>
          <a:bodyPr numCol="1" spcCol="0" anchor="t">
            <a:spAutoFit/>
          </a:bodyPr>
          <a:p>
            <a:pPr>
              <a:lnSpc>
                <a:spcPct val="100000"/>
              </a:lnSpc>
            </a:pPr>
            <a:r>
              <a:rPr lang="en-US" sz="2000" b="0" u="sng" strike="noStrike">
                <a:solidFill>
                  <a:srgbClr val="000000"/>
                </a:solidFill>
                <a:effectLst/>
                <a:uFillTx/>
                <a:latin typeface="Arial"/>
                <a:ea typeface="Arial"/>
              </a:rPr>
              <a:t>After the Prompt</a:t>
            </a:r>
            <a:endParaRPr lang="en-US" sz="2000" b="0" u="none" strike="noStrike">
              <a:solidFill>
                <a:srgbClr val="000000"/>
              </a:solidFill>
              <a:effectLst/>
              <a:uFillTx/>
              <a:latin typeface="Arial"/>
            </a:endParaRPr>
          </a:p>
        </p:txBody>
      </p:sp>
      <p:pic>
        <p:nvPicPr>
          <p:cNvPr id="97" name=""/>
          <p:cNvPicPr/>
          <p:nvPr/>
        </p:nvPicPr>
        <p:blipFill>
          <a:blip r:embed="rId1"/>
          <a:stretch/>
        </p:blipFill>
        <p:spPr>
          <a:xfrm>
            <a:off x="6217920" y="2629800"/>
            <a:ext cx="5212080" cy="2628000"/>
          </a:xfrm>
          <a:prstGeom prst="rect">
            <a:avLst/>
          </a:prstGeom>
          <a:noFill/>
          <a:ln w="0">
            <a:noFill/>
          </a:ln>
        </p:spPr>
      </p:pic>
      <p:pic>
        <p:nvPicPr>
          <p:cNvPr id="98" name=""/>
          <p:cNvPicPr/>
          <p:nvPr/>
        </p:nvPicPr>
        <p:blipFill>
          <a:blip r:embed="rId2"/>
          <a:stretch/>
        </p:blipFill>
        <p:spPr>
          <a:xfrm>
            <a:off x="273960" y="2629800"/>
            <a:ext cx="5212440" cy="262800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Google Shape;278;p18"/>
          <p:cNvSpPr/>
          <p:nvPr/>
        </p:nvSpPr>
        <p:spPr>
          <a:xfrm>
            <a:off x="409320" y="113040"/>
            <a:ext cx="6444000" cy="703800"/>
          </a:xfrm>
          <a:prstGeom prst="rect">
            <a:avLst/>
          </a:prstGeom>
          <a:noFill/>
          <a:ln w="0">
            <a:noFill/>
          </a:ln>
        </p:spPr>
        <p:style>
          <a:lnRef idx="0"/>
          <a:fillRef idx="0"/>
          <a:effectRef idx="0"/>
          <a:fontRef idx="minor"/>
        </p:style>
        <p:txBody>
          <a:bodyPr lIns="0" tIns="0" rIns="0" bIns="0" anchor="t">
            <a:noAutofit/>
          </a:bodyPr>
          <a:p>
            <a:pPr>
              <a:lnSpc>
                <a:spcPct val="157000"/>
              </a:lnSpc>
            </a:pPr>
            <a:r>
              <a:rPr lang="en-US" sz="2400" b="1" u="none" strike="noStrike">
                <a:solidFill>
                  <a:srgbClr val="000000"/>
                </a:solidFill>
                <a:effectLst/>
                <a:uFillTx/>
                <a:latin typeface="Arial"/>
                <a:ea typeface="Arial"/>
              </a:rPr>
              <a:t> Project Output Screenshot</a:t>
            </a:r>
            <a:endParaRPr lang="en-US" sz="2400" b="0" u="none" strike="noStrike">
              <a:solidFill>
                <a:srgbClr val="000000"/>
              </a:solidFill>
              <a:effectLst/>
              <a:uFillTx/>
              <a:latin typeface="Arial"/>
            </a:endParaRPr>
          </a:p>
        </p:txBody>
      </p:sp>
      <p:sp>
        <p:nvSpPr>
          <p:cNvPr id="100" name="Google Shape;280;p18"/>
          <p:cNvSpPr/>
          <p:nvPr/>
        </p:nvSpPr>
        <p:spPr>
          <a:xfrm>
            <a:off x="1218600" y="3360240"/>
            <a:ext cx="7468200" cy="76572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a:t>
            </a:r>
            <a:endParaRPr lang="en-US" sz="1850" b="0" u="none" strike="noStrike">
              <a:solidFill>
                <a:srgbClr val="000000"/>
              </a:solidFill>
              <a:effectLst/>
              <a:uFillTx/>
              <a:latin typeface="Arial"/>
            </a:endParaRPr>
          </a:p>
        </p:txBody>
      </p:sp>
      <p:sp>
        <p:nvSpPr>
          <p:cNvPr id="101" name="Google Shape;281;p18"/>
          <p:cNvSpPr/>
          <p:nvPr/>
        </p:nvSpPr>
        <p:spPr>
          <a:xfrm>
            <a:off x="1218600" y="4395600"/>
            <a:ext cx="7468200" cy="76572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a:t>
            </a:r>
            <a:endParaRPr lang="en-US" sz="1850" b="0" u="none" strike="noStrike">
              <a:solidFill>
                <a:srgbClr val="000000"/>
              </a:solidFill>
              <a:effectLst/>
              <a:uFillTx/>
              <a:latin typeface="Arial"/>
            </a:endParaRPr>
          </a:p>
        </p:txBody>
      </p:sp>
      <p:sp>
        <p:nvSpPr>
          <p:cNvPr id="102" name="Google Shape;282;p18"/>
          <p:cNvSpPr/>
          <p:nvPr/>
        </p:nvSpPr>
        <p:spPr>
          <a:xfrm>
            <a:off x="1218600" y="5430600"/>
            <a:ext cx="7468200" cy="38268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a:t>
            </a:r>
            <a:endParaRPr lang="en-US" sz="1850" b="0" u="none" strike="noStrike">
              <a:solidFill>
                <a:srgbClr val="000000"/>
              </a:solidFill>
              <a:effectLst/>
              <a:uFillTx/>
              <a:latin typeface="Arial"/>
            </a:endParaRPr>
          </a:p>
        </p:txBody>
      </p:sp>
      <p:sp>
        <p:nvSpPr>
          <p:cNvPr id="103" name="TextBox 1"/>
          <p:cNvSpPr/>
          <p:nvPr/>
        </p:nvSpPr>
        <p:spPr>
          <a:xfrm>
            <a:off x="1334880" y="1865520"/>
            <a:ext cx="6603120" cy="70020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pPr>
            <a:r>
              <a:rPr lang="en-US" sz="2000" b="0" u="none" strike="noStrike">
                <a:solidFill>
                  <a:srgbClr val="FF0000"/>
                </a:solidFill>
                <a:effectLst/>
                <a:uFillTx/>
                <a:latin typeface="Arial"/>
                <a:ea typeface="Arial"/>
              </a:rPr>
              <a:t>Please pt IBM Bob output screenshots with 2-3 prompts. </a:t>
            </a:r>
            <a:endParaRPr lang="en-US" sz="2000" b="0" u="none" strike="noStrike">
              <a:solidFill>
                <a:srgbClr val="000000"/>
              </a:solidFill>
              <a:effectLst/>
              <a:uFillTx/>
              <a:latin typeface="Arial"/>
            </a:endParaRPr>
          </a:p>
          <a:p>
            <a:pPr>
              <a:lnSpc>
                <a:spcPct val="100000"/>
              </a:lnSpc>
            </a:pPr>
            <a:r>
              <a:rPr lang="en-US" sz="2000" b="0" u="none" strike="noStrike">
                <a:solidFill>
                  <a:srgbClr val="FF0000"/>
                </a:solidFill>
                <a:effectLst/>
                <a:uFillTx/>
                <a:latin typeface="Arial"/>
                <a:ea typeface="Arial"/>
              </a:rPr>
              <a:t>You can take 2-3 more slides for each screenshot</a:t>
            </a:r>
            <a:endParaRPr lang="en-US" sz="2000" b="0" u="none" strike="noStrike">
              <a:solidFill>
                <a:srgbClr val="000000"/>
              </a:solidFill>
              <a:effectLst/>
              <a:uFillTx/>
              <a:latin typeface="Arial"/>
            </a:endParaRPr>
          </a:p>
        </p:txBody>
      </p:sp>
      <p:pic>
        <p:nvPicPr>
          <p:cNvPr id="104" name=""/>
          <p:cNvPicPr/>
          <p:nvPr/>
        </p:nvPicPr>
        <p:blipFill>
          <a:blip r:embed="rId1"/>
          <a:stretch/>
        </p:blipFill>
        <p:spPr>
          <a:xfrm>
            <a:off x="457200" y="816840"/>
            <a:ext cx="11201400" cy="5465160"/>
          </a:xfrm>
          <a:prstGeom prst="rect">
            <a:avLst/>
          </a:prstGeom>
          <a:noFill/>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838080" y="365040"/>
            <a:ext cx="10515240" cy="1325160"/>
          </a:xfrm>
          <a:prstGeom prst="rect">
            <a:avLst/>
          </a:prstGeom>
          <a:noFill/>
          <a:ln w="0">
            <a:noFill/>
          </a:ln>
        </p:spPr>
        <p:txBody>
          <a:bodyPr lIns="0" tIns="0" rIns="0" bIns="0" anchor="ctr">
            <a:spAutoFit/>
          </a:bodyPr>
          <a:p>
            <a:pPr indent="0" algn="l">
              <a:buNone/>
            </a:pPr>
            <a:endParaRPr lang="en-US" sz="1400" b="0" u="none" strike="noStrike">
              <a:solidFill>
                <a:srgbClr val="000000"/>
              </a:solidFill>
              <a:effectLst/>
              <a:uFillTx/>
              <a:latin typeface="Arial"/>
            </a:endParaRPr>
          </a:p>
        </p:txBody>
      </p:sp>
      <p:pic>
        <p:nvPicPr>
          <p:cNvPr id="106" name=""/>
          <p:cNvPicPr/>
          <p:nvPr/>
        </p:nvPicPr>
        <p:blipFill>
          <a:blip r:embed="rId1"/>
          <a:stretch/>
        </p:blipFill>
        <p:spPr>
          <a:xfrm>
            <a:off x="537840" y="228600"/>
            <a:ext cx="11349360" cy="5947920"/>
          </a:xfrm>
          <a:prstGeom prst="rect">
            <a:avLst/>
          </a:prstGeom>
          <a:noFill/>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7" name=""/>
          <p:cNvPicPr/>
          <p:nvPr/>
        </p:nvPicPr>
        <p:blipFill>
          <a:blip r:embed="rId1"/>
          <a:stretch/>
        </p:blipFill>
        <p:spPr>
          <a:xfrm>
            <a:off x="457200" y="457200"/>
            <a:ext cx="11505960" cy="5771160"/>
          </a:xfrm>
          <a:prstGeom prst="rect">
            <a:avLst/>
          </a:prstGeom>
          <a:noFill/>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TextBox 1"/>
          <p:cNvSpPr/>
          <p:nvPr/>
        </p:nvSpPr>
        <p:spPr>
          <a:xfrm>
            <a:off x="228600" y="224640"/>
            <a:ext cx="7122960" cy="45612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2400" b="1" u="none" strike="noStrike">
                <a:solidFill>
                  <a:srgbClr val="000000"/>
                </a:solidFill>
                <a:effectLst/>
                <a:uFillTx/>
                <a:latin typeface="Arial"/>
                <a:ea typeface="Arial"/>
              </a:rPr>
              <a:t>Novelty and Uniqueness</a:t>
            </a:r>
            <a:endParaRPr lang="en-US" sz="2400" b="0" u="none" strike="noStrike">
              <a:solidFill>
                <a:srgbClr val="000000"/>
              </a:solidFill>
              <a:effectLst/>
              <a:uFillTx/>
              <a:latin typeface="Arial"/>
            </a:endParaRPr>
          </a:p>
        </p:txBody>
      </p:sp>
      <p:sp>
        <p:nvSpPr>
          <p:cNvPr id="109" name="TextBox 2"/>
          <p:cNvSpPr/>
          <p:nvPr/>
        </p:nvSpPr>
        <p:spPr>
          <a:xfrm>
            <a:off x="228600" y="866160"/>
            <a:ext cx="11850120" cy="5931720"/>
          </a:xfrm>
          <a:prstGeom prst="rect">
            <a:avLst/>
          </a:prstGeom>
          <a:noFill/>
          <a:ln w="0">
            <a:noFill/>
          </a:ln>
        </p:spPr>
        <p:style>
          <a:lnRef idx="0"/>
          <a:fillRef idx="0"/>
          <a:effectRef idx="0"/>
          <a:fontRef idx="minor"/>
        </p:style>
        <p:txBody>
          <a:bodyPr lIns="90000" tIns="45000" rIns="90000" bIns="45000" anchor="t">
            <a:spAutoFit/>
          </a:bodyPr>
          <a:p>
            <a:pPr>
              <a:lnSpc>
                <a:spcPct val="100000"/>
              </a:lnSpc>
              <a:spcBef>
                <a:spcPts val="1191"/>
              </a:spcBef>
              <a:spcAft>
                <a:spcPts val="992"/>
              </a:spcAft>
            </a:pPr>
            <a:r>
              <a:rPr lang="en-IN" sz="1900" b="0" u="none" strike="noStrike">
                <a:solidFill>
                  <a:srgbClr val="000000"/>
                </a:solidFill>
                <a:effectLst/>
                <a:uFillTx/>
                <a:latin typeface="Arial"/>
                <a:ea typeface="Arial"/>
              </a:rPr>
              <a:t>Multi-Agent Intelligence – Instead of a single classifier, multiple specialized agents collaborate to deliver accurate and context-aware intrusion detection.</a:t>
            </a:r>
            <a:endParaRPr lang="en-US" sz="1900" b="0" u="none" strike="noStrike">
              <a:solidFill>
                <a:srgbClr val="000000"/>
              </a:solidFill>
              <a:effectLst/>
              <a:uFillTx/>
              <a:latin typeface="Arial"/>
            </a:endParaRPr>
          </a:p>
          <a:p>
            <a:pPr>
              <a:lnSpc>
                <a:spcPct val="100000"/>
              </a:lnSpc>
              <a:spcBef>
                <a:spcPts val="1191"/>
              </a:spcBef>
              <a:spcAft>
                <a:spcPts val="992"/>
              </a:spcAft>
            </a:pPr>
            <a:r>
              <a:rPr lang="en-IN" sz="1900" b="0" u="none" strike="noStrike">
                <a:solidFill>
                  <a:srgbClr val="000000"/>
                </a:solidFill>
                <a:effectLst/>
                <a:uFillTx/>
                <a:latin typeface="Arial"/>
                <a:ea typeface="Arial"/>
              </a:rPr>
              <a:t>ML-Based Accuracy – Trained on the NSL-KDD dataset, reducing false positives and improving detection reliability.</a:t>
            </a:r>
            <a:endParaRPr lang="en-US" sz="1900" b="0" u="none" strike="noStrike">
              <a:solidFill>
                <a:srgbClr val="000000"/>
              </a:solidFill>
              <a:effectLst/>
              <a:uFillTx/>
              <a:latin typeface="Arial"/>
            </a:endParaRPr>
          </a:p>
          <a:p>
            <a:pPr>
              <a:lnSpc>
                <a:spcPct val="100000"/>
              </a:lnSpc>
              <a:spcBef>
                <a:spcPts val="1191"/>
              </a:spcBef>
              <a:spcAft>
                <a:spcPts val="992"/>
              </a:spcAft>
            </a:pPr>
            <a:r>
              <a:rPr lang="en-IN" sz="1900" b="0" u="none" strike="noStrike">
                <a:solidFill>
                  <a:srgbClr val="000000"/>
                </a:solidFill>
                <a:effectLst/>
                <a:uFillTx/>
                <a:latin typeface="Arial"/>
                <a:ea typeface="Arial"/>
              </a:rPr>
              <a:t>Multi-Class Classification – Identifies not just Normal vs Attack, but specific attack types (DoS, Probe, R2L, U2R).</a:t>
            </a:r>
            <a:endParaRPr lang="en-US" sz="1900" b="0" u="none" strike="noStrike">
              <a:solidFill>
                <a:srgbClr val="000000"/>
              </a:solidFill>
              <a:effectLst/>
              <a:uFillTx/>
              <a:latin typeface="Arial"/>
            </a:endParaRPr>
          </a:p>
          <a:p>
            <a:pPr>
              <a:lnSpc>
                <a:spcPct val="100000"/>
              </a:lnSpc>
              <a:spcBef>
                <a:spcPts val="1191"/>
              </a:spcBef>
              <a:spcAft>
                <a:spcPts val="992"/>
              </a:spcAft>
            </a:pPr>
            <a:r>
              <a:rPr lang="en-IN" sz="1900" b="0" u="none" strike="noStrike">
                <a:solidFill>
                  <a:srgbClr val="000000"/>
                </a:solidFill>
                <a:effectLst/>
                <a:uFillTx/>
                <a:latin typeface="Arial"/>
                <a:ea typeface="Arial"/>
              </a:rPr>
              <a:t>Real-Time Detection – Continuously analyzes incoming traffic data and adapts to evolving patterns.</a:t>
            </a:r>
            <a:endParaRPr lang="en-US" sz="1900" b="0" u="none" strike="noStrike">
              <a:solidFill>
                <a:srgbClr val="000000"/>
              </a:solidFill>
              <a:effectLst/>
              <a:uFillTx/>
              <a:latin typeface="Arial"/>
            </a:endParaRPr>
          </a:p>
          <a:p>
            <a:pPr>
              <a:lnSpc>
                <a:spcPct val="100000"/>
              </a:lnSpc>
              <a:spcBef>
                <a:spcPts val="1191"/>
              </a:spcBef>
              <a:spcAft>
                <a:spcPts val="992"/>
              </a:spcAft>
            </a:pPr>
            <a:r>
              <a:rPr lang="en-IN" sz="1900" b="0" u="none" strike="noStrike">
                <a:solidFill>
                  <a:srgbClr val="000000"/>
                </a:solidFill>
                <a:effectLst/>
                <a:uFillTx/>
                <a:latin typeface="Arial"/>
                <a:ea typeface="Arial"/>
              </a:rPr>
              <a:t>Interactive Demo Interface – Supports Flask/Streamlit-based traffic upload and instant classification for better usability.</a:t>
            </a:r>
            <a:endParaRPr lang="en-US" sz="1900" b="0" u="none" strike="noStrike">
              <a:solidFill>
                <a:srgbClr val="000000"/>
              </a:solidFill>
              <a:effectLst/>
              <a:uFillTx/>
              <a:latin typeface="Arial"/>
            </a:endParaRPr>
          </a:p>
          <a:p>
            <a:pPr>
              <a:lnSpc>
                <a:spcPct val="100000"/>
              </a:lnSpc>
              <a:spcBef>
                <a:spcPts val="1191"/>
              </a:spcBef>
              <a:spcAft>
                <a:spcPts val="992"/>
              </a:spcAft>
            </a:pPr>
            <a:r>
              <a:rPr lang="en-IN" sz="1900" b="0" u="none" strike="noStrike">
                <a:solidFill>
                  <a:srgbClr val="000000"/>
                </a:solidFill>
                <a:effectLst/>
                <a:uFillTx/>
                <a:latin typeface="Arial"/>
                <a:ea typeface="Arial"/>
              </a:rPr>
              <a:t>Preventive Security Focus – Goes beyond basic detection to provide alert generation and response advisory.</a:t>
            </a:r>
            <a:endParaRPr lang="en-US" sz="1900" b="0" u="none" strike="noStrike">
              <a:solidFill>
                <a:srgbClr val="000000"/>
              </a:solidFill>
              <a:effectLst/>
              <a:uFillTx/>
              <a:latin typeface="Arial"/>
            </a:endParaRPr>
          </a:p>
          <a:p>
            <a:pPr>
              <a:lnSpc>
                <a:spcPct val="100000"/>
              </a:lnSpc>
              <a:spcBef>
                <a:spcPts val="1191"/>
              </a:spcBef>
              <a:spcAft>
                <a:spcPts val="992"/>
              </a:spcAft>
            </a:pPr>
            <a:r>
              <a:rPr lang="en-IN" sz="1900" b="0" u="none" strike="noStrike">
                <a:solidFill>
                  <a:srgbClr val="000000"/>
                </a:solidFill>
                <a:effectLst/>
                <a:uFillTx/>
                <a:latin typeface="Arial"/>
                <a:ea typeface="Arial"/>
              </a:rPr>
              <a:t>Scalable &amp; Enterprise-Ready – Built on IBM watsonx.ai with IBM Granite models, ensuring reliability </a:t>
            </a:r>
            <a:endParaRPr lang="en-US" sz="1900" b="0" u="none" strike="noStrike">
              <a:solidFill>
                <a:srgbClr val="000000"/>
              </a:solidFill>
              <a:effectLst/>
              <a:uFillTx/>
              <a:latin typeface="Arial"/>
            </a:endParaRPr>
          </a:p>
          <a:p>
            <a:pPr>
              <a:lnSpc>
                <a:spcPct val="100000"/>
              </a:lnSpc>
            </a:pPr>
            <a:r>
              <a:rPr lang="en-IN" sz="1900" b="0" u="none" strike="noStrike">
                <a:solidFill>
                  <a:srgbClr val="000000"/>
                </a:solidFill>
                <a:effectLst/>
                <a:uFillTx/>
                <a:latin typeface="Arial"/>
                <a:ea typeface="Arial"/>
              </a:rPr>
              <a:t>This makes the solution a </a:t>
            </a:r>
            <a:r>
              <a:rPr lang="en-IN" sz="1900" b="1" u="none" strike="noStrike">
                <a:solidFill>
                  <a:srgbClr val="000000"/>
                </a:solidFill>
                <a:effectLst/>
                <a:uFillTx/>
                <a:latin typeface="Arial"/>
                <a:ea typeface="Arial"/>
              </a:rPr>
              <a:t>smart, adaptive, and proactive digital nutritionist</a:t>
            </a:r>
            <a:r>
              <a:rPr lang="en-IN" sz="1900" b="0" u="none" strike="noStrike">
                <a:solidFill>
                  <a:srgbClr val="000000"/>
                </a:solidFill>
                <a:effectLst/>
                <a:uFillTx/>
                <a:latin typeface="Arial"/>
                <a:ea typeface="Arial"/>
              </a:rPr>
              <a:t>, not just a static diet recommendation tool.</a:t>
            </a:r>
            <a:endParaRPr lang="en-US" sz="1900" b="0" u="none" strike="noStrike">
              <a:solidFill>
                <a:srgbClr val="000000"/>
              </a:solidFill>
              <a:effectLst/>
              <a:uFillTx/>
              <a:latin typeface="Arial"/>
            </a:endParaRPr>
          </a:p>
          <a:p>
            <a:pPr>
              <a:lnSpc>
                <a:spcPct val="100000"/>
              </a:lnSpc>
            </a:pPr>
            <a:endParaRPr lang="en-US" sz="1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Google Shape;278;p18"/>
          <p:cNvSpPr/>
          <p:nvPr/>
        </p:nvSpPr>
        <p:spPr>
          <a:xfrm>
            <a:off x="1218600" y="420840"/>
            <a:ext cx="6444000" cy="703800"/>
          </a:xfrm>
          <a:prstGeom prst="rect">
            <a:avLst/>
          </a:prstGeom>
          <a:noFill/>
          <a:ln w="0">
            <a:noFill/>
          </a:ln>
        </p:spPr>
        <p:style>
          <a:lnRef idx="0"/>
          <a:fillRef idx="0"/>
          <a:effectRef idx="0"/>
          <a:fontRef idx="minor"/>
        </p:style>
        <p:txBody>
          <a:bodyPr lIns="0" tIns="0" rIns="0" bIns="0" anchor="t">
            <a:noAutofit/>
          </a:bodyPr>
          <a:p>
            <a:pPr>
              <a:lnSpc>
                <a:spcPct val="157000"/>
              </a:lnSpc>
              <a:tabLst>
                <a:tab pos="0" algn="l"/>
              </a:tabLst>
            </a:pPr>
            <a:r>
              <a:rPr lang="en-US" sz="2400" b="1" u="none" strike="noStrike">
                <a:solidFill>
                  <a:srgbClr val="000000"/>
                </a:solidFill>
                <a:effectLst/>
                <a:uFillTx/>
                <a:latin typeface="Arial"/>
                <a:ea typeface="Arial"/>
              </a:rPr>
              <a:t>Git Hub Link</a:t>
            </a:r>
            <a:endParaRPr lang="en-US" sz="2400" b="0" u="none" strike="noStrike">
              <a:solidFill>
                <a:srgbClr val="000000"/>
              </a:solidFill>
              <a:effectLst/>
              <a:uFillTx/>
              <a:latin typeface="Arial"/>
            </a:endParaRPr>
          </a:p>
        </p:txBody>
      </p:sp>
      <p:sp>
        <p:nvSpPr>
          <p:cNvPr id="111" name="Google Shape;279;p18"/>
          <p:cNvSpPr/>
          <p:nvPr/>
        </p:nvSpPr>
        <p:spPr>
          <a:xfrm>
            <a:off x="1218600" y="1153800"/>
            <a:ext cx="9214200" cy="427680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https://github.com/Dhivagar003/Network-Intrusion-Detection</a:t>
            </a:r>
            <a:endParaRPr lang="en-US" sz="1850" b="0" u="none" strike="noStrike">
              <a:solidFill>
                <a:srgbClr val="000000"/>
              </a:solidFill>
              <a:effectLst/>
              <a:uFillTx/>
              <a:latin typeface="Arial"/>
            </a:endParaRPr>
          </a:p>
        </p:txBody>
      </p:sp>
      <p:sp>
        <p:nvSpPr>
          <p:cNvPr id="112" name="Google Shape;280;p18"/>
          <p:cNvSpPr/>
          <p:nvPr/>
        </p:nvSpPr>
        <p:spPr>
          <a:xfrm>
            <a:off x="1218600" y="3360240"/>
            <a:ext cx="7468200" cy="76572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a:t>
            </a:r>
            <a:endParaRPr lang="en-US" sz="1850" b="0" u="none" strike="noStrike">
              <a:solidFill>
                <a:srgbClr val="000000"/>
              </a:solidFill>
              <a:effectLst/>
              <a:uFillTx/>
              <a:latin typeface="Arial"/>
            </a:endParaRPr>
          </a:p>
        </p:txBody>
      </p:sp>
      <p:sp>
        <p:nvSpPr>
          <p:cNvPr id="113" name="Google Shape;281;p18"/>
          <p:cNvSpPr/>
          <p:nvPr/>
        </p:nvSpPr>
        <p:spPr>
          <a:xfrm>
            <a:off x="1218600" y="4395600"/>
            <a:ext cx="7468200" cy="76572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a:t>
            </a:r>
            <a:endParaRPr lang="en-US" sz="1850" b="0" u="none" strike="noStrike">
              <a:solidFill>
                <a:srgbClr val="000000"/>
              </a:solidFill>
              <a:effectLst/>
              <a:uFillTx/>
              <a:latin typeface="Arial"/>
            </a:endParaRPr>
          </a:p>
        </p:txBody>
      </p:sp>
      <p:sp>
        <p:nvSpPr>
          <p:cNvPr id="114" name="Google Shape;282;p18"/>
          <p:cNvSpPr/>
          <p:nvPr/>
        </p:nvSpPr>
        <p:spPr>
          <a:xfrm>
            <a:off x="1218600" y="5430600"/>
            <a:ext cx="7468200" cy="38268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a:t>
            </a:r>
            <a:endParaRPr lang="en-US" sz="1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Google Shape;278;p18"/>
          <p:cNvSpPr/>
          <p:nvPr/>
        </p:nvSpPr>
        <p:spPr>
          <a:xfrm>
            <a:off x="361440" y="163800"/>
            <a:ext cx="6444000" cy="703800"/>
          </a:xfrm>
          <a:prstGeom prst="rect">
            <a:avLst/>
          </a:prstGeom>
          <a:noFill/>
          <a:ln w="0">
            <a:noFill/>
          </a:ln>
        </p:spPr>
        <p:style>
          <a:lnRef idx="0"/>
          <a:fillRef idx="0"/>
          <a:effectRef idx="0"/>
          <a:fontRef idx="minor"/>
        </p:style>
        <p:txBody>
          <a:bodyPr lIns="0" tIns="0" rIns="0" bIns="0" anchor="t">
            <a:noAutofit/>
          </a:bodyPr>
          <a:p>
            <a:pPr>
              <a:lnSpc>
                <a:spcPct val="157000"/>
              </a:lnSpc>
              <a:tabLst>
                <a:tab pos="0" algn="l"/>
              </a:tabLst>
            </a:pPr>
            <a:r>
              <a:rPr lang="en-US" sz="2400" b="1" u="none" strike="noStrike">
                <a:solidFill>
                  <a:srgbClr val="000000"/>
                </a:solidFill>
                <a:effectLst/>
                <a:uFillTx/>
                <a:latin typeface="Arial"/>
                <a:ea typeface="Arial"/>
              </a:rPr>
              <a:t>Future Scope </a:t>
            </a:r>
            <a:endParaRPr lang="en-US" sz="2400" b="0" u="none" strike="noStrike">
              <a:solidFill>
                <a:srgbClr val="000000"/>
              </a:solidFill>
              <a:effectLst/>
              <a:uFillTx/>
              <a:latin typeface="Arial"/>
            </a:endParaRPr>
          </a:p>
        </p:txBody>
      </p:sp>
      <p:sp>
        <p:nvSpPr>
          <p:cNvPr id="116" name="Google Shape;279;p18"/>
          <p:cNvSpPr/>
          <p:nvPr/>
        </p:nvSpPr>
        <p:spPr>
          <a:xfrm>
            <a:off x="237600" y="973800"/>
            <a:ext cx="10440000" cy="4276800"/>
          </a:xfrm>
          <a:prstGeom prst="rect">
            <a:avLst/>
          </a:prstGeom>
          <a:noFill/>
          <a:ln w="0">
            <a:noFill/>
          </a:ln>
        </p:spPr>
        <p:style>
          <a:lnRef idx="0"/>
          <a:fillRef idx="0"/>
          <a:effectRef idx="0"/>
          <a:fontRef idx="minor"/>
        </p:style>
        <p:txBody>
          <a:bodyPr lIns="0" tIns="0" rIns="0" bIns="0" anchor="t">
            <a:noAutofit/>
          </a:bodyPr>
          <a:p>
            <a:pPr algn="just">
              <a:lnSpc>
                <a:spcPct val="162000"/>
              </a:lnSpc>
              <a:spcBef>
                <a:spcPts val="1191"/>
              </a:spcBef>
              <a:spcAft>
                <a:spcPts val="992"/>
              </a:spcAft>
              <a:tabLst>
                <a:tab pos="0" algn="l"/>
              </a:tabLst>
            </a:pPr>
            <a:r>
              <a:rPr lang="en-US" sz="2000" b="1" u="none" strike="noStrike">
                <a:solidFill>
                  <a:srgbClr val="2B3541"/>
                </a:solidFill>
                <a:effectLst/>
                <a:uFillTx/>
                <a:latin typeface="Times New Roman"/>
                <a:ea typeface="Times New Roman"/>
              </a:rPr>
              <a:t>1. Integration with Live Packet Capture &amp; SIEM Tools –</a:t>
            </a:r>
            <a:endParaRPr lang="en-US" sz="2000" b="0" u="none" strike="noStrike">
              <a:solidFill>
                <a:srgbClr val="000000"/>
              </a:solidFill>
              <a:effectLst/>
              <a:uFillTx/>
              <a:latin typeface="Arial"/>
            </a:endParaRPr>
          </a:p>
          <a:p>
            <a:pPr algn="just">
              <a:lnSpc>
                <a:spcPct val="162000"/>
              </a:lnSpc>
              <a:spcBef>
                <a:spcPts val="1191"/>
              </a:spcBef>
              <a:spcAft>
                <a:spcPts val="992"/>
              </a:spcAft>
              <a:tabLst>
                <a:tab pos="0" algn="l"/>
              </a:tabLst>
            </a:pPr>
            <a:r>
              <a:rPr lang="en-US" sz="2000" b="0" u="none" strike="noStrike">
                <a:solidFill>
                  <a:srgbClr val="2B3541"/>
                </a:solidFill>
                <a:effectLst/>
                <a:uFillTx/>
                <a:latin typeface="Times New Roman"/>
                <a:ea typeface="Times New Roman"/>
              </a:rPr>
              <a:t>The system can be integrated with live network packet capture tools and SIEM (Security Information and Event Management) platforms to collect real-time traffic data such as protocol usage, connection duration, and byte flow. This will enable the Intrusion Detection Agent to provide more accurate and dynamic threat detection based on actual live network activity rather than static datasets.</a:t>
            </a:r>
            <a:endParaRPr lang="en-US" sz="2000" b="0" u="none" strike="noStrike">
              <a:solidFill>
                <a:srgbClr val="000000"/>
              </a:solidFill>
              <a:effectLst/>
              <a:uFillTx/>
              <a:latin typeface="Arial"/>
            </a:endParaRPr>
          </a:p>
          <a:p>
            <a:pPr algn="just">
              <a:lnSpc>
                <a:spcPct val="162000"/>
              </a:lnSpc>
              <a:spcBef>
                <a:spcPts val="1191"/>
              </a:spcBef>
              <a:spcAft>
                <a:spcPts val="992"/>
              </a:spcAft>
              <a:tabLst>
                <a:tab pos="0" algn="l"/>
              </a:tabLst>
            </a:pPr>
            <a:r>
              <a:rPr lang="en-US" sz="2000" b="1" u="none" strike="noStrike">
                <a:solidFill>
                  <a:srgbClr val="2B3541"/>
                </a:solidFill>
                <a:effectLst/>
                <a:uFillTx/>
                <a:latin typeface="Times New Roman"/>
                <a:ea typeface="Times New Roman"/>
              </a:rPr>
              <a:t>2. AI-Powered Automated Response &amp; Multi-Environment Support –</a:t>
            </a:r>
            <a:endParaRPr lang="en-US" sz="2000" b="0" u="none" strike="noStrike">
              <a:solidFill>
                <a:srgbClr val="000000"/>
              </a:solidFill>
              <a:effectLst/>
              <a:uFillTx/>
              <a:latin typeface="Arial"/>
            </a:endParaRPr>
          </a:p>
          <a:p>
            <a:pPr algn="just">
              <a:lnSpc>
                <a:spcPct val="162000"/>
              </a:lnSpc>
              <a:spcBef>
                <a:spcPts val="1191"/>
              </a:spcBef>
              <a:spcAft>
                <a:spcPts val="992"/>
              </a:spcAft>
              <a:tabLst>
                <a:tab pos="0" algn="l"/>
              </a:tabLst>
            </a:pPr>
            <a:r>
              <a:rPr lang="en-US" sz="2000" b="0" u="none" strike="noStrike">
                <a:solidFill>
                  <a:srgbClr val="2B3541"/>
                </a:solidFill>
                <a:effectLst/>
                <a:uFillTx/>
                <a:latin typeface="Times New Roman"/>
                <a:ea typeface="Times New Roman"/>
              </a:rPr>
              <a:t>Enhancing the system with automated response actions (blocking IPs, isolating affected devices) and support for deployment across multiple network environments will improve real-world usability. Security teams can act on detections instantly, making the solution more proactive and suitable for diverse network infrastructures, from small business networks to large enterprise systems. </a:t>
            </a:r>
            <a:endParaRPr lang="en-US" sz="2000" b="0" u="none" strike="noStrike">
              <a:solidFill>
                <a:srgbClr val="000000"/>
              </a:solidFill>
              <a:effectLst/>
              <a:uFillTx/>
              <a:latin typeface="Arial"/>
            </a:endParaRPr>
          </a:p>
        </p:txBody>
      </p:sp>
      <p:sp>
        <p:nvSpPr>
          <p:cNvPr id="117" name="Google Shape;280;p18"/>
          <p:cNvSpPr/>
          <p:nvPr/>
        </p:nvSpPr>
        <p:spPr>
          <a:xfrm>
            <a:off x="1218600" y="3360240"/>
            <a:ext cx="7468200" cy="76572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a:t>
            </a:r>
            <a:endParaRPr lang="en-US" sz="1850" b="0" u="none" strike="noStrike">
              <a:solidFill>
                <a:srgbClr val="000000"/>
              </a:solidFill>
              <a:effectLst/>
              <a:uFillTx/>
              <a:latin typeface="Arial"/>
            </a:endParaRPr>
          </a:p>
        </p:txBody>
      </p:sp>
      <p:sp>
        <p:nvSpPr>
          <p:cNvPr id="118" name="Google Shape;281;p18"/>
          <p:cNvSpPr/>
          <p:nvPr/>
        </p:nvSpPr>
        <p:spPr>
          <a:xfrm>
            <a:off x="1218600" y="4395600"/>
            <a:ext cx="7468200" cy="76572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a:t>
            </a:r>
            <a:endParaRPr lang="en-US" sz="1850" b="0" u="none" strike="noStrike">
              <a:solidFill>
                <a:srgbClr val="000000"/>
              </a:solidFill>
              <a:effectLst/>
              <a:uFillTx/>
              <a:latin typeface="Arial"/>
            </a:endParaRPr>
          </a:p>
        </p:txBody>
      </p:sp>
      <p:sp>
        <p:nvSpPr>
          <p:cNvPr id="119" name="Google Shape;282;p18"/>
          <p:cNvSpPr/>
          <p:nvPr/>
        </p:nvSpPr>
        <p:spPr>
          <a:xfrm>
            <a:off x="1218600" y="5430600"/>
            <a:ext cx="7468200" cy="382680"/>
          </a:xfrm>
          <a:prstGeom prst="rect">
            <a:avLst/>
          </a:prstGeom>
          <a:noFill/>
          <a:ln w="0">
            <a:noFill/>
          </a:ln>
        </p:spPr>
        <p:style>
          <a:lnRef idx="0"/>
          <a:fillRef idx="0"/>
          <a:effectRef idx="0"/>
          <a:fontRef idx="minor"/>
        </p:style>
        <p:txBody>
          <a:bodyPr lIns="0" tIns="0" rIns="0" bIns="0" anchor="t">
            <a:noAutofit/>
          </a:bodyPr>
          <a:p>
            <a:pPr>
              <a:lnSpc>
                <a:spcPct val="162000"/>
              </a:lnSpc>
              <a:tabLst>
                <a:tab pos="0" algn="l"/>
              </a:tabLst>
            </a:pPr>
            <a:r>
              <a:rPr lang="en-US" sz="1850" b="0" u="none" strike="noStrike">
                <a:solidFill>
                  <a:srgbClr val="2B3541"/>
                </a:solidFill>
                <a:effectLst/>
                <a:uFillTx/>
                <a:latin typeface="Times New Roman"/>
                <a:ea typeface="Times New Roman"/>
              </a:rPr>
              <a:t>·</a:t>
            </a:r>
            <a:endParaRPr lang="en-US" sz="1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TextBox 5"/>
          <p:cNvSpPr/>
          <p:nvPr/>
        </p:nvSpPr>
        <p:spPr>
          <a:xfrm>
            <a:off x="327960" y="207360"/>
            <a:ext cx="6095520" cy="671040"/>
          </a:xfrm>
          <a:prstGeom prst="rect">
            <a:avLst/>
          </a:prstGeom>
          <a:noFill/>
          <a:ln w="0">
            <a:noFill/>
          </a:ln>
        </p:spPr>
        <p:style>
          <a:lnRef idx="0"/>
          <a:fillRef idx="0"/>
          <a:effectRef idx="0"/>
          <a:fontRef idx="minor"/>
        </p:style>
        <p:txBody>
          <a:bodyPr numCol="1" spcCol="0" anchor="t">
            <a:spAutoFit/>
          </a:bodyPr>
          <a:p>
            <a:pPr>
              <a:lnSpc>
                <a:spcPct val="100000"/>
              </a:lnSpc>
            </a:pPr>
            <a:r>
              <a:rPr lang="en-US" sz="2400" b="1" u="none" strike="noStrike">
                <a:solidFill>
                  <a:srgbClr val="000000"/>
                </a:solidFill>
                <a:effectLst/>
                <a:uFillTx/>
                <a:latin typeface="Arial"/>
                <a:ea typeface="Arial"/>
              </a:rPr>
              <a:t>Certificates Earned:</a:t>
            </a:r>
            <a:endParaRPr lang="en-US" sz="2400" b="0" u="none" strike="noStrike">
              <a:solidFill>
                <a:srgbClr val="000000"/>
              </a:solidFill>
              <a:effectLst/>
              <a:uFillTx/>
              <a:latin typeface="Arial"/>
            </a:endParaRPr>
          </a:p>
          <a:p>
            <a:pPr algn="ctr">
              <a:lnSpc>
                <a:spcPct val="100000"/>
              </a:lnSpc>
            </a:pPr>
            <a:endParaRPr lang="en-US" sz="1400" b="0" u="none" strike="noStrike">
              <a:solidFill>
                <a:srgbClr val="000000"/>
              </a:solidFill>
              <a:effectLst/>
              <a:uFillTx/>
              <a:latin typeface="Arial"/>
            </a:endParaRPr>
          </a:p>
        </p:txBody>
      </p:sp>
      <p:sp>
        <p:nvSpPr>
          <p:cNvPr id="121" name="TextBox 2"/>
          <p:cNvSpPr/>
          <p:nvPr/>
        </p:nvSpPr>
        <p:spPr>
          <a:xfrm>
            <a:off x="551880" y="690120"/>
            <a:ext cx="11452680" cy="457560"/>
          </a:xfrm>
          <a:prstGeom prst="rect">
            <a:avLst/>
          </a:prstGeom>
          <a:noFill/>
          <a:ln w="0">
            <a:noFill/>
          </a:ln>
        </p:spPr>
        <p:style>
          <a:lnRef idx="0"/>
          <a:fillRef idx="0"/>
          <a:effectRef idx="0"/>
          <a:fontRef idx="minor"/>
        </p:style>
        <p:txBody>
          <a:bodyPr numCol="1" spcCol="0" anchor="t">
            <a:spAutoFit/>
          </a:bodyPr>
          <a:p>
            <a:pPr>
              <a:lnSpc>
                <a:spcPct val="100000"/>
              </a:lnSpc>
            </a:pPr>
            <a:r>
              <a:rPr lang="en-US" sz="2400" b="1" u="none" strike="noStrike">
                <a:solidFill>
                  <a:srgbClr val="000000"/>
                </a:solidFill>
                <a:effectLst/>
                <a:uFillTx/>
                <a:latin typeface="Arial"/>
                <a:ea typeface="Arial"/>
              </a:rPr>
              <a:t>Please  add your credly certificate(Getting Started with Artificial Intelligence)  </a:t>
            </a:r>
            <a:endParaRPr lang="en-US" sz="2400" b="0" u="none" strike="noStrike">
              <a:solidFill>
                <a:srgbClr val="000000"/>
              </a:solidFill>
              <a:effectLst/>
              <a:uFillTx/>
              <a:latin typeface="Arial"/>
            </a:endParaRPr>
          </a:p>
        </p:txBody>
      </p:sp>
      <p:pic>
        <p:nvPicPr>
          <p:cNvPr id="122" name=""/>
          <p:cNvPicPr/>
          <p:nvPr/>
        </p:nvPicPr>
        <p:blipFill>
          <a:blip r:embed="rId1"/>
          <a:stretch/>
        </p:blipFill>
        <p:spPr>
          <a:xfrm>
            <a:off x="2756160" y="1151280"/>
            <a:ext cx="6875280" cy="5312880"/>
          </a:xfrm>
          <a:prstGeom prst="rect">
            <a:avLst/>
          </a:prstGeom>
          <a:noFill/>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TextBox 4"/>
          <p:cNvSpPr/>
          <p:nvPr/>
        </p:nvSpPr>
        <p:spPr>
          <a:xfrm>
            <a:off x="176760" y="226440"/>
            <a:ext cx="6095520" cy="671040"/>
          </a:xfrm>
          <a:prstGeom prst="rect">
            <a:avLst/>
          </a:prstGeom>
          <a:noFill/>
          <a:ln w="0">
            <a:noFill/>
          </a:ln>
        </p:spPr>
        <p:style>
          <a:lnRef idx="0"/>
          <a:fillRef idx="0"/>
          <a:effectRef idx="0"/>
          <a:fontRef idx="minor"/>
        </p:style>
        <p:txBody>
          <a:bodyPr numCol="1" spcCol="0" anchor="t">
            <a:spAutoFit/>
          </a:bodyPr>
          <a:p>
            <a:pPr>
              <a:lnSpc>
                <a:spcPct val="100000"/>
              </a:lnSpc>
            </a:pPr>
            <a:r>
              <a:rPr lang="en-US" sz="2400" b="1" u="none" strike="noStrike">
                <a:solidFill>
                  <a:srgbClr val="000000"/>
                </a:solidFill>
                <a:effectLst/>
                <a:uFillTx/>
                <a:latin typeface="Arial"/>
                <a:ea typeface="Arial"/>
              </a:rPr>
              <a:t>Certificates Earned:</a:t>
            </a:r>
            <a:r>
              <a:rPr lang="en-US" sz="2400" b="0" u="none" strike="noStrike">
                <a:solidFill>
                  <a:srgbClr val="000000"/>
                </a:solidFill>
                <a:effectLst/>
                <a:uFillTx/>
                <a:latin typeface="Arial"/>
                <a:ea typeface="Arial"/>
              </a:rPr>
              <a:t>​</a:t>
            </a:r>
            <a:endParaRPr lang="en-US" sz="2400" b="0" u="none" strike="noStrike">
              <a:solidFill>
                <a:srgbClr val="000000"/>
              </a:solidFill>
              <a:effectLst/>
              <a:uFillTx/>
              <a:latin typeface="Arial"/>
            </a:endParaRPr>
          </a:p>
          <a:p>
            <a:pPr algn="ctr">
              <a:lnSpc>
                <a:spcPct val="100000"/>
              </a:lnSpc>
            </a:pPr>
            <a:endParaRPr lang="en-US" sz="1400" b="0" u="none" strike="noStrike">
              <a:solidFill>
                <a:srgbClr val="000000"/>
              </a:solidFill>
              <a:effectLst/>
              <a:uFillTx/>
              <a:latin typeface="Arial"/>
            </a:endParaRPr>
          </a:p>
        </p:txBody>
      </p:sp>
      <p:sp>
        <p:nvSpPr>
          <p:cNvPr id="124" name="TextBox 5"/>
          <p:cNvSpPr/>
          <p:nvPr/>
        </p:nvSpPr>
        <p:spPr>
          <a:xfrm>
            <a:off x="496800" y="800640"/>
            <a:ext cx="5437440" cy="396720"/>
          </a:xfrm>
          <a:prstGeom prst="rect">
            <a:avLst/>
          </a:prstGeom>
          <a:noFill/>
          <a:ln w="0">
            <a:noFill/>
          </a:ln>
        </p:spPr>
        <p:style>
          <a:lnRef idx="0"/>
          <a:fillRef idx="0"/>
          <a:effectRef idx="0"/>
          <a:fontRef idx="minor"/>
        </p:style>
        <p:txBody>
          <a:bodyPr numCol="1" spcCol="0" anchor="t">
            <a:spAutoFit/>
          </a:bodyPr>
          <a:p>
            <a:pPr>
              <a:lnSpc>
                <a:spcPct val="100000"/>
              </a:lnSpc>
            </a:pPr>
            <a:r>
              <a:rPr lang="en-US" sz="2000" b="1" u="none" strike="noStrike">
                <a:solidFill>
                  <a:srgbClr val="000000"/>
                </a:solidFill>
                <a:effectLst/>
                <a:uFillTx/>
                <a:latin typeface="Arial"/>
                <a:ea typeface="Arial"/>
              </a:rPr>
              <a:t>Add your IBM BOB Certificate</a:t>
            </a:r>
            <a:endParaRPr lang="en-US" sz="2000" b="0" u="none" strike="noStrike">
              <a:solidFill>
                <a:srgbClr val="000000"/>
              </a:solidFill>
              <a:effectLst/>
              <a:uFillTx/>
              <a:latin typeface="Arial"/>
            </a:endParaRPr>
          </a:p>
        </p:txBody>
      </p:sp>
      <p:pic>
        <p:nvPicPr>
          <p:cNvPr id="125" name=""/>
          <p:cNvPicPr/>
          <p:nvPr/>
        </p:nvPicPr>
        <p:blipFill>
          <a:blip r:embed="rId1"/>
          <a:stretch/>
        </p:blipFill>
        <p:spPr>
          <a:xfrm rot="5403000">
            <a:off x="2714040" y="423720"/>
            <a:ext cx="5298840" cy="6857640"/>
          </a:xfrm>
          <a:prstGeom prst="rect">
            <a:avLst/>
          </a:prstGeom>
          <a:noFill/>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6" name="Google Shape;310;p20"/>
          <p:cNvPicPr/>
          <p:nvPr/>
        </p:nvPicPr>
        <p:blipFill>
          <a:blip r:embed="rId1"/>
          <a:stretch/>
        </p:blipFill>
        <p:spPr>
          <a:xfrm>
            <a:off x="122040" y="2007000"/>
            <a:ext cx="12191760" cy="247716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54</TotalTime>
  <Application>LibreOffice/26.2.5.2$Windows_X86_64 LibreOffice_project/cd7284b4cbbfeb507e630c1aac019f4157393acb</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2025-07-08T05:06:56Z</dcterms:created>
  <dc:creator>Manda Anirudh</dc:creator>
  <dc:description/>
  <dc:language>en-US</dc:language>
  <cp:lastModifiedBy/>
  <dcterms:modified xsi:type="dcterms:W3CDTF">2026-09-05T23:12:29Z</dcterms:modified>
  <cp:revision>5</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16</vt:r8>
  </property>
  <property fmtid="{D5CDD505-2E9C-101B-9397-08002B2CF9AE}" pid="3" name="PresentationFormat">
    <vt:lpwstr>Widescreen</vt:lpwstr>
  </property>
  <property fmtid="{D5CDD505-2E9C-101B-9397-08002B2CF9AE}" pid="4" name="Slides">
    <vt:r8>20</vt:r8>
  </property>
</Properties>
</file>